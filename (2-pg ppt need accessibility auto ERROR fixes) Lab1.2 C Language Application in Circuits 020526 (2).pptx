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61" r:id="rId1"/>
  </p:sldMasterIdLst>
  <p:notesMasterIdLst>
    <p:notesMasterId r:id="rId4"/>
  </p:notesMasterIdLst>
  <p:sldIdLst>
    <p:sldId id="878" r:id="rId2"/>
    <p:sldId id="926" r:id="rId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 autoAdjust="0"/>
    <p:restoredTop sz="93750" autoAdjust="0"/>
  </p:normalViewPr>
  <p:slideViewPr>
    <p:cSldViewPr snapToGrid="0">
      <p:cViewPr varScale="1">
        <p:scale>
          <a:sx n="95" d="100"/>
          <a:sy n="95" d="100"/>
        </p:scale>
        <p:origin x="17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ndra babu" userId="fd2be13734b9414b" providerId="LiveId" clId="{054FD4C4-80EB-4CA1-8DAE-ADCDE5472283}"/>
    <pc:docChg chg="custSel modSld">
      <pc:chgData name="surendra babu" userId="fd2be13734b9414b" providerId="LiveId" clId="{054FD4C4-80EB-4CA1-8DAE-ADCDE5472283}" dt="2026-10-15T17:23:33.317" v="67"/>
      <pc:docMkLst>
        <pc:docMk/>
      </pc:docMkLst>
      <pc:sldChg chg="addSp modSp mod">
        <pc:chgData name="surendra babu" userId="fd2be13734b9414b" providerId="LiveId" clId="{054FD4C4-80EB-4CA1-8DAE-ADCDE5472283}" dt="2026-10-15T17:23:33.280" v="65"/>
        <pc:sldMkLst>
          <pc:docMk/>
          <pc:sldMk cId="862628080" sldId="878"/>
        </pc:sldMkLst>
        <pc:spChg chg="add mod ord">
          <ac:chgData name="surendra babu" userId="fd2be13734b9414b" providerId="LiveId" clId="{054FD4C4-80EB-4CA1-8DAE-ADCDE5472283}" dt="2026-10-15T17:23:33.280" v="65"/>
          <ac:spMkLst>
            <pc:docMk/>
            <pc:sldMk cId="862628080" sldId="878"/>
            <ac:spMk id="2" creationId="{67212918-9159-6AF8-C951-B0CD3D5581D6}"/>
          </ac:spMkLst>
        </pc:spChg>
        <pc:spChg chg="mod ord">
          <ac:chgData name="surendra babu" userId="fd2be13734b9414b" providerId="LiveId" clId="{054FD4C4-80EB-4CA1-8DAE-ADCDE5472283}" dt="2026-10-15T17:23:33.278" v="63"/>
          <ac:spMkLst>
            <pc:docMk/>
            <pc:sldMk cId="862628080" sldId="878"/>
            <ac:spMk id="170" creationId="{87D53433-95F3-439A-BE36-B6443C68D296}"/>
          </ac:spMkLst>
        </pc:spChg>
      </pc:sldChg>
      <pc:sldChg chg="addSp delSp modSp mod">
        <pc:chgData name="surendra babu" userId="fd2be13734b9414b" providerId="LiveId" clId="{054FD4C4-80EB-4CA1-8DAE-ADCDE5472283}" dt="2026-10-15T17:23:33.317" v="67"/>
        <pc:sldMkLst>
          <pc:docMk/>
          <pc:sldMk cId="3367573483" sldId="926"/>
        </pc:sldMkLst>
        <pc:spChg chg="add mod ord">
          <ac:chgData name="surendra babu" userId="fd2be13734b9414b" providerId="LiveId" clId="{054FD4C4-80EB-4CA1-8DAE-ADCDE5472283}" dt="2026-10-15T17:23:33.317" v="67"/>
          <ac:spMkLst>
            <pc:docMk/>
            <pc:sldMk cId="3367573483" sldId="926"/>
            <ac:spMk id="2" creationId="{7F0E829B-F1B3-3CCB-BED5-59AE71E1D9A2}"/>
          </ac:spMkLst>
        </pc:spChg>
        <pc:spChg chg="mod">
          <ac:chgData name="surendra babu" userId="fd2be13734b9414b" providerId="LiveId" clId="{054FD4C4-80EB-4CA1-8DAE-ADCDE5472283}" dt="2026-10-15T17:23:33.198" v="59" actId="790"/>
          <ac:spMkLst>
            <pc:docMk/>
            <pc:sldMk cId="3367573483" sldId="926"/>
            <ac:spMk id="3" creationId="{68831864-26AB-968F-8D3A-8F6B63CF30E5}"/>
          </ac:spMkLst>
        </pc:spChg>
        <pc:spChg chg="del">
          <ac:chgData name="surendra babu" userId="fd2be13734b9414b" providerId="LiveId" clId="{054FD4C4-80EB-4CA1-8DAE-ADCDE5472283}" dt="2026-10-15T17:23:32.433" v="28"/>
          <ac:spMkLst>
            <pc:docMk/>
            <pc:sldMk cId="3367573483" sldId="926"/>
            <ac:spMk id="4" creationId="{CCA0EE1C-C3B2-9800-16D0-1AF56255FC34}"/>
          </ac:spMkLst>
        </pc:spChg>
        <pc:picChg chg="mod">
          <ac:chgData name="surendra babu" userId="fd2be13734b9414b" providerId="LiveId" clId="{054FD4C4-80EB-4CA1-8DAE-ADCDE5472283}" dt="2026-10-15T17:23:32.574" v="34"/>
          <ac:picMkLst>
            <pc:docMk/>
            <pc:sldMk cId="3367573483" sldId="926"/>
            <ac:picMk id="5" creationId="{64DA4D1A-3A07-2483-873E-E67A7901A6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Google Shape;166;p19:notes">
            <a:extLst>
              <a:ext uri="{FF2B5EF4-FFF2-40B4-BE49-F238E27FC236}">
                <a16:creationId xmlns:a16="http://schemas.microsoft.com/office/drawing/2014/main" id="{151B6E41-2763-4E81-9971-F4C570517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0659" name="Google Shape;167;p19:notes">
            <a:extLst>
              <a:ext uri="{FF2B5EF4-FFF2-40B4-BE49-F238E27FC236}">
                <a16:creationId xmlns:a16="http://schemas.microsoft.com/office/drawing/2014/main" id="{9FDEC730-50C8-40AB-B2B5-14EC39844D8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66679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261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1143000" y="6515100"/>
            <a:ext cx="7620000" cy="0"/>
          </a:xfrm>
          <a:prstGeom prst="straightConnector1">
            <a:avLst/>
          </a:prstGeom>
          <a:noFill/>
          <a:ln w="25400" cap="flat" cmpd="sng">
            <a:solidFill>
              <a:srgbClr val="008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" name="Google Shape;12;p1"/>
          <p:cNvSpPr txBox="1"/>
          <p:nvPr/>
        </p:nvSpPr>
        <p:spPr>
          <a:xfrm>
            <a:off x="1219200" y="6477000"/>
            <a:ext cx="17526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COS231</a:t>
            </a:r>
            <a:endParaRPr dirty="0"/>
          </a:p>
        </p:txBody>
      </p:sp>
      <p:sp>
        <p:nvSpPr>
          <p:cNvPr id="13" name="Google Shape;13;p1"/>
          <p:cNvSpPr txBox="1"/>
          <p:nvPr/>
        </p:nvSpPr>
        <p:spPr>
          <a:xfrm>
            <a:off x="7696200" y="6477000"/>
            <a:ext cx="1143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4" name="Google Shape;14;p1"/>
          <p:cNvCxnSpPr/>
          <p:nvPr/>
        </p:nvCxnSpPr>
        <p:spPr>
          <a:xfrm>
            <a:off x="228600" y="838200"/>
            <a:ext cx="8686800" cy="0"/>
          </a:xfrm>
          <a:prstGeom prst="straightConnector1">
            <a:avLst/>
          </a:prstGeom>
          <a:noFill/>
          <a:ln w="44450" cap="flat" cmpd="sng">
            <a:solidFill>
              <a:srgbClr val="008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" name="Google Shape;15;p1"/>
          <p:cNvSpPr txBox="1"/>
          <p:nvPr/>
        </p:nvSpPr>
        <p:spPr>
          <a:xfrm>
            <a:off x="990600" y="3048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03200" y="6324600"/>
            <a:ext cx="990600" cy="3048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1">
                <a:ln w="38100" cap="flat" cmpd="sng">
                  <a:solidFill>
                    <a:srgbClr val="003300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solidFill>
                  <a:srgbClr val="FF6600"/>
                </a:solidFill>
                <a:latin typeface="Arial"/>
              </a:rPr>
              <a:t>MCCC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7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2918-9159-6AF8-C951-B0CD3D55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-1270000"/>
            <a:ext cx="8890000" cy="508000"/>
          </a:xfrm>
        </p:spPr>
        <p:txBody>
          <a:bodyPr/>
          <a:lstStyle/>
          <a:p>
            <a:r>
              <a:rPr lang="en-US" dirty="0"/>
              <a:t>Lab1.2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 Language</a:t>
            </a:r>
            <a:br>
              <a:rPr lang="en-US" dirty="0"/>
            </a:br>
            <a:r>
              <a:rPr lang="en-US" dirty="0"/>
              <a:t>(An Application in a Circuit)</a:t>
            </a:r>
          </a:p>
        </p:txBody>
      </p:sp>
      <p:sp>
        <p:nvSpPr>
          <p:cNvPr id="170" name="Google Shape;170;p26">
            <a:extLst>
              <a:ext uri="{FF2B5EF4-FFF2-40B4-BE49-F238E27FC236}">
                <a16:creationId xmlns:a16="http://schemas.microsoft.com/office/drawing/2014/main" id="{87D53433-95F3-439A-BE36-B6443C68D2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7700" y="2486025"/>
            <a:ext cx="7848600" cy="1645104"/>
          </a:xfrm>
        </p:spPr>
        <p:txBody>
          <a:bodyPr spcFirstLastPara="1" lIns="91425" tIns="45700" rIns="91425" bIns="457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Lab1.2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 Language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(An Application in a Circuit)</a:t>
            </a:r>
          </a:p>
        </p:txBody>
      </p:sp>
    </p:spTree>
    <p:extLst>
      <p:ext uri="{BB962C8B-B14F-4D97-AF65-F5344CB8AC3E}">
        <p14:creationId xmlns:p14="http://schemas.microsoft.com/office/powerpoint/2010/main" val="86262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829B-F1B3-3CCB-BED5-59AE71E1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216" y="95305"/>
            <a:ext cx="8229600" cy="685800"/>
          </a:xfrm>
        </p:spPr>
        <p:txBody>
          <a:bodyPr/>
          <a:lstStyle/>
          <a:p>
            <a: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</a:rPr>
              <a:t>Lab1.2 Assignment </a:t>
            </a:r>
          </a:p>
        </p:txBody>
      </p:sp>
      <p:pic>
        <p:nvPicPr>
          <p:cNvPr id="5" name="Picture 4" descr="Informative graphic on Lab1.2 Assignment showing: For the circuit diagram below, write a c program that uses given (and one user-supplied) V, I, R values and calculate &amp; answer the values in the table.  And, show validation of the results using KCL, KVL.&#10;Analyze the circuit for Rs in series or parallel&#10;Prompt users for the given values, meaning R1=3, etc.&#10;Must code math to calculate circuit V, I, R values. Must include comments.&#10;Display outputs in a table format. &#10;The values need to be floating point numbers with 2 decimal places (2 number of digits after the decimal point) precision.&#10;Submit screenshots of source code and run results to Bb.; Lab1.2 Assignment." title="Lab1.2 Assignment Graphic">
            <a:extLst>
              <a:ext uri="{FF2B5EF4-FFF2-40B4-BE49-F238E27FC236}">
                <a16:creationId xmlns:a16="http://schemas.microsoft.com/office/drawing/2014/main" id="{64DA4D1A-3A07-2483-873E-E67A7901A6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806" y="3923123"/>
            <a:ext cx="5334176" cy="274191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31864-26AB-968F-8D3A-8F6B63CF3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14" y="781105"/>
            <a:ext cx="8940572" cy="2358670"/>
          </a:xfrm>
        </p:spPr>
        <p:txBody>
          <a:bodyPr/>
          <a:lstStyle/>
          <a:p>
            <a:r>
              <a:rPr lang="en-US" sz="1600" dirty="0"/>
              <a:t>For the circuit diagram below, write a </a:t>
            </a:r>
            <a:r>
              <a:rPr lang="en-US" sz="1600" b="1" dirty="0"/>
              <a:t>c </a:t>
            </a:r>
            <a:r>
              <a:rPr lang="en-US" sz="1600" dirty="0"/>
              <a:t>program that uses given (and one user-supplied) </a:t>
            </a:r>
            <a:r>
              <a:rPr lang="en-US" sz="1600" dirty="0">
                <a:solidFill>
                  <a:schemeClr val="tx1"/>
                </a:solidFill>
              </a:rPr>
              <a:t>V,</a:t>
            </a:r>
            <a:r>
              <a:rPr lang="en-US" sz="1600" dirty="0">
                <a:solidFill>
                  <a:srgbClr val="A0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I, R values and calculate &amp; answer the values in the table.  And, show validation of the results using KCL, KVL.</a:t>
            </a:r>
          </a:p>
          <a:p>
            <a:pPr lvl="1"/>
            <a:r>
              <a:rPr lang="en-US" sz="1600" dirty="0"/>
              <a:t>Analyze the circuit for Rs in series or parallel</a:t>
            </a:r>
          </a:p>
          <a:p>
            <a:pPr lvl="1"/>
            <a:r>
              <a:rPr lang="en-US" sz="1600" dirty="0"/>
              <a:t>Prompt users for the given values, meaning R1=3, etc.</a:t>
            </a:r>
          </a:p>
          <a:p>
            <a:pPr lvl="1"/>
            <a:r>
              <a:rPr lang="en-US" sz="1600" dirty="0"/>
              <a:t>Must code math </a:t>
            </a:r>
            <a:r>
              <a:rPr lang="en-US" sz="1600" dirty="0">
                <a:solidFill>
                  <a:schemeClr val="tx1"/>
                </a:solidFill>
              </a:rPr>
              <a:t>to calculate circuit V, I, R values</a:t>
            </a:r>
            <a:r>
              <a:rPr lang="en-US" sz="1600" dirty="0"/>
              <a:t>. Must include comments.</a:t>
            </a:r>
          </a:p>
          <a:p>
            <a:pPr lvl="1"/>
            <a:r>
              <a:rPr lang="en-US" sz="1600" dirty="0"/>
              <a:t>Display outputs in a table format. </a:t>
            </a:r>
          </a:p>
          <a:p>
            <a:r>
              <a:rPr lang="en-US" sz="1600" dirty="0"/>
              <a:t>The values need to be floating point numbers with 2 decimal places (2 number of digits after the decimal point) precision.</a:t>
            </a:r>
          </a:p>
          <a:p>
            <a:r>
              <a:rPr lang="en-US" sz="1600" dirty="0"/>
              <a:t>Submit </a:t>
            </a:r>
            <a:r>
              <a:rPr lang="en-US" sz="1600" dirty="0">
                <a:solidFill>
                  <a:srgbClr val="A00000"/>
                </a:solidFill>
              </a:rPr>
              <a:t>screenshots</a:t>
            </a:r>
            <a:r>
              <a:rPr lang="en-US" sz="1600" dirty="0"/>
              <a:t> of </a:t>
            </a:r>
            <a:r>
              <a:rPr lang="en-US" sz="1600" dirty="0">
                <a:solidFill>
                  <a:srgbClr val="A00000"/>
                </a:solidFill>
              </a:rPr>
              <a:t>source code </a:t>
            </a:r>
            <a:r>
              <a:rPr lang="en-US" sz="1600" dirty="0"/>
              <a:t>and </a:t>
            </a:r>
            <a:r>
              <a:rPr lang="en-US" sz="1600" dirty="0">
                <a:solidFill>
                  <a:srgbClr val="A00000"/>
                </a:solidFill>
              </a:rPr>
              <a:t>run results </a:t>
            </a:r>
            <a:r>
              <a:rPr lang="en-US" sz="1600" dirty="0"/>
              <a:t>to Bb.</a:t>
            </a:r>
          </a:p>
        </p:txBody>
      </p:sp>
    </p:spTree>
    <p:extLst>
      <p:ext uri="{BB962C8B-B14F-4D97-AF65-F5344CB8AC3E}">
        <p14:creationId xmlns:p14="http://schemas.microsoft.com/office/powerpoint/2010/main" val="336757348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11528</TotalTime>
  <Words>151</Words>
  <Application>Microsoft Office PowerPoint</Application>
  <PresentationFormat>On-screen Show (4:3)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Default Design</vt:lpstr>
      <vt:lpstr>Lab1.2   C Language (An Application in a Circuit)</vt:lpstr>
      <vt:lpstr>Lab1.2 Assignment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Lab1.2 _x000b__x000b_C Language_x000b_(An Application in a Circuit)</dc:title>
  <dc:creator>Loaner</dc:creator>
  <cp:lastModifiedBy>surendra babu</cp:lastModifiedBy>
  <cp:revision>480</cp:revision>
  <dcterms:modified xsi:type="dcterms:W3CDTF">2026-10-15T17:23:33Z</dcterms:modified>
</cp:coreProperties>
</file>