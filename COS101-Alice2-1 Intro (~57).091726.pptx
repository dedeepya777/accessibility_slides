
<file path=[Content_Types].xml><?xml version="1.0" encoding="utf-8"?>
<Types xmlns="http://schemas.openxmlformats.org/package/2006/content-types">
  <Default Extension="emf" ContentType="image/x-emf"/>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1" r:id="rId1"/>
  </p:sldMasterIdLst>
  <p:notesMasterIdLst>
    <p:notesMasterId r:id="rId66"/>
  </p:notesMasterIdLst>
  <p:sldIdLst>
    <p:sldId id="1178" r:id="rId2"/>
    <p:sldId id="782" r:id="rId3"/>
    <p:sldId id="454" r:id="rId4"/>
    <p:sldId id="433" r:id="rId5"/>
    <p:sldId id="271" r:id="rId6"/>
    <p:sldId id="421" r:id="rId7"/>
    <p:sldId id="423" r:id="rId8"/>
    <p:sldId id="425" r:id="rId9"/>
    <p:sldId id="471" r:id="rId10"/>
    <p:sldId id="455" r:id="rId11"/>
    <p:sldId id="444" r:id="rId12"/>
    <p:sldId id="256" r:id="rId13"/>
    <p:sldId id="447" r:id="rId14"/>
    <p:sldId id="464" r:id="rId15"/>
    <p:sldId id="465" r:id="rId16"/>
    <p:sldId id="460" r:id="rId17"/>
    <p:sldId id="779" r:id="rId18"/>
    <p:sldId id="257" r:id="rId19"/>
    <p:sldId id="435" r:id="rId20"/>
    <p:sldId id="445" r:id="rId21"/>
    <p:sldId id="1177" r:id="rId22"/>
    <p:sldId id="452" r:id="rId23"/>
    <p:sldId id="446" r:id="rId24"/>
    <p:sldId id="434" r:id="rId25"/>
    <p:sldId id="467" r:id="rId26"/>
    <p:sldId id="273" r:id="rId27"/>
    <p:sldId id="413" r:id="rId28"/>
    <p:sldId id="259" r:id="rId29"/>
    <p:sldId id="260" r:id="rId30"/>
    <p:sldId id="778" r:id="rId31"/>
    <p:sldId id="414" r:id="rId32"/>
    <p:sldId id="478" r:id="rId33"/>
    <p:sldId id="459" r:id="rId34"/>
    <p:sldId id="264" r:id="rId35"/>
    <p:sldId id="266" r:id="rId36"/>
    <p:sldId id="479" r:id="rId37"/>
    <p:sldId id="265" r:id="rId38"/>
    <p:sldId id="463" r:id="rId39"/>
    <p:sldId id="267" r:id="rId40"/>
    <p:sldId id="268" r:id="rId41"/>
    <p:sldId id="476" r:id="rId42"/>
    <p:sldId id="274" r:id="rId43"/>
    <p:sldId id="263" r:id="rId44"/>
    <p:sldId id="428" r:id="rId45"/>
    <p:sldId id="475" r:id="rId46"/>
    <p:sldId id="427" r:id="rId47"/>
    <p:sldId id="269" r:id="rId48"/>
    <p:sldId id="482" r:id="rId49"/>
    <p:sldId id="439" r:id="rId50"/>
    <p:sldId id="451" r:id="rId51"/>
    <p:sldId id="443" r:id="rId52"/>
    <p:sldId id="785" r:id="rId53"/>
    <p:sldId id="1176" r:id="rId54"/>
    <p:sldId id="1175" r:id="rId55"/>
    <p:sldId id="441" r:id="rId56"/>
    <p:sldId id="430" r:id="rId57"/>
    <p:sldId id="431" r:id="rId58"/>
    <p:sldId id="458" r:id="rId59"/>
    <p:sldId id="466" r:id="rId60"/>
    <p:sldId id="456" r:id="rId61"/>
    <p:sldId id="457" r:id="rId62"/>
    <p:sldId id="470" r:id="rId63"/>
    <p:sldId id="276" r:id="rId64"/>
    <p:sldId id="781" r:id="rId65"/>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443" autoAdjust="0"/>
    <p:restoredTop sz="94702" autoAdjust="0"/>
  </p:normalViewPr>
  <p:slideViewPr>
    <p:cSldViewPr snapToGrid="0">
      <p:cViewPr varScale="1">
        <p:scale>
          <a:sx n="90" d="100"/>
          <a:sy n="90" d="100"/>
        </p:scale>
        <p:origin x="2155" y="67"/>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13843"/>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71"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rendra babu" userId="fd2be13734b9414b" providerId="LiveId" clId="{054FD4C4-80EB-4CA1-8DAE-ADCDE5472283}"/>
    <pc:docChg chg="custSel modSld">
      <pc:chgData name="surendra babu" userId="fd2be13734b9414b" providerId="LiveId" clId="{054FD4C4-80EB-4CA1-8DAE-ADCDE5472283}" dt="2026-10-15T17:20:38.868" v="3359"/>
      <pc:docMkLst>
        <pc:docMk/>
      </pc:docMkLst>
      <pc:sldChg chg="addSp delSp modSp mod modAnim">
        <pc:chgData name="surendra babu" userId="fd2be13734b9414b" providerId="LiveId" clId="{054FD4C4-80EB-4CA1-8DAE-ADCDE5472283}" dt="2026-10-15T17:20:36.960" v="3201"/>
        <pc:sldMkLst>
          <pc:docMk/>
          <pc:sldMk cId="0" sldId="256"/>
        </pc:sldMkLst>
        <pc:spChg chg="add mod ord">
          <ac:chgData name="surendra babu" userId="fd2be13734b9414b" providerId="LiveId" clId="{054FD4C4-80EB-4CA1-8DAE-ADCDE5472283}" dt="2026-10-15T17:20:36.960" v="3201"/>
          <ac:spMkLst>
            <pc:docMk/>
            <pc:sldMk cId="0" sldId="256"/>
            <ac:spMk id="2" creationId="{24213DDD-5234-FAA3-7CBB-9EB013785CDA}"/>
          </ac:spMkLst>
        </pc:spChg>
        <pc:spChg chg="del">
          <ac:chgData name="surendra babu" userId="fd2be13734b9414b" providerId="LiveId" clId="{054FD4C4-80EB-4CA1-8DAE-ADCDE5472283}" dt="2026-10-15T17:19:54.161" v="181"/>
          <ac:spMkLst>
            <pc:docMk/>
            <pc:sldMk cId="0" sldId="256"/>
            <ac:spMk id="4" creationId="{EC1E7147-9EF3-47CF-95FB-DE5A76C199B3}"/>
          </ac:spMkLst>
        </pc:spChg>
        <pc:spChg chg="mod">
          <ac:chgData name="surendra babu" userId="fd2be13734b9414b" providerId="LiveId" clId="{054FD4C4-80EB-4CA1-8DAE-ADCDE5472283}" dt="2026-10-15T17:20:19.045" v="2070" actId="20577"/>
          <ac:spMkLst>
            <pc:docMk/>
            <pc:sldMk cId="0" sldId="256"/>
            <ac:spMk id="57" creationId="{00000000-0000-0000-0000-000000000000}"/>
          </ac:spMkLst>
        </pc:spChg>
      </pc:sldChg>
      <pc:sldChg chg="addSp delSp modSp mod modAnim">
        <pc:chgData name="surendra babu" userId="fd2be13734b9414b" providerId="LiveId" clId="{054FD4C4-80EB-4CA1-8DAE-ADCDE5472283}" dt="2026-10-15T17:20:37.175" v="3229"/>
        <pc:sldMkLst>
          <pc:docMk/>
          <pc:sldMk cId="0" sldId="257"/>
        </pc:sldMkLst>
        <pc:spChg chg="mod ord">
          <ac:chgData name="surendra babu" userId="fd2be13734b9414b" providerId="LiveId" clId="{054FD4C4-80EB-4CA1-8DAE-ADCDE5472283}" dt="2026-10-15T17:20:37.169" v="3223"/>
          <ac:spMkLst>
            <pc:docMk/>
            <pc:sldMk cId="0" sldId="257"/>
            <ac:spMk id="2" creationId="{6B764D5E-5FFD-4E4A-B468-DF1B74F00A6C}"/>
          </ac:spMkLst>
        </pc:spChg>
        <pc:spChg chg="add mod ord">
          <ac:chgData name="surendra babu" userId="fd2be13734b9414b" providerId="LiveId" clId="{054FD4C4-80EB-4CA1-8DAE-ADCDE5472283}" dt="2026-10-15T17:20:37.175" v="3229"/>
          <ac:spMkLst>
            <pc:docMk/>
            <pc:sldMk cId="0" sldId="257"/>
            <ac:spMk id="3" creationId="{44C6777B-D2D0-BCEE-33A4-4F88A671BEAD}"/>
          </ac:spMkLst>
        </pc:spChg>
        <pc:spChg chg="mod ord">
          <ac:chgData name="surendra babu" userId="fd2be13734b9414b" providerId="LiveId" clId="{054FD4C4-80EB-4CA1-8DAE-ADCDE5472283}" dt="2026-10-15T17:20:37.171" v="3225"/>
          <ac:spMkLst>
            <pc:docMk/>
            <pc:sldMk cId="0" sldId="257"/>
            <ac:spMk id="64" creationId="{00000000-0000-0000-0000-000000000000}"/>
          </ac:spMkLst>
        </pc:spChg>
        <pc:spChg chg="del">
          <ac:chgData name="surendra babu" userId="fd2be13734b9414b" providerId="LiveId" clId="{054FD4C4-80EB-4CA1-8DAE-ADCDE5472283}" dt="2026-10-15T17:19:55.362" v="282"/>
          <ac:spMkLst>
            <pc:docMk/>
            <pc:sldMk cId="0" sldId="257"/>
            <ac:spMk id="65" creationId="{00000000-0000-0000-0000-000000000000}"/>
          </ac:spMkLst>
        </pc:spChg>
        <pc:spChg chg="mod ord">
          <ac:chgData name="surendra babu" userId="fd2be13734b9414b" providerId="LiveId" clId="{054FD4C4-80EB-4CA1-8DAE-ADCDE5472283}" dt="2026-10-15T17:20:37.173" v="3227"/>
          <ac:spMkLst>
            <pc:docMk/>
            <pc:sldMk cId="0" sldId="257"/>
            <ac:spMk id="66" creationId="{00000000-0000-0000-0000-000000000000}"/>
          </ac:spMkLst>
        </pc:spChg>
      </pc:sldChg>
      <pc:sldChg chg="addSp delSp modSp mod">
        <pc:chgData name="surendra babu" userId="fd2be13734b9414b" providerId="LiveId" clId="{054FD4C4-80EB-4CA1-8DAE-ADCDE5472283}" dt="2026-10-15T17:20:37.484" v="3253"/>
        <pc:sldMkLst>
          <pc:docMk/>
          <pc:sldMk cId="0" sldId="259"/>
        </pc:sldMkLst>
        <pc:spChg chg="mod">
          <ac:chgData name="surendra babu" userId="fd2be13734b9414b" providerId="LiveId" clId="{054FD4C4-80EB-4CA1-8DAE-ADCDE5472283}" dt="2026-10-15T17:20:06.688" v="1341"/>
          <ac:spMkLst>
            <pc:docMk/>
            <pc:sldMk cId="0" sldId="259"/>
            <ac:spMk id="2" creationId="{93578494-CEBB-FC1D-AF6C-9F60F549ABC6}"/>
          </ac:spMkLst>
        </pc:spChg>
        <pc:spChg chg="mod">
          <ac:chgData name="surendra babu" userId="fd2be13734b9414b" providerId="LiveId" clId="{054FD4C4-80EB-4CA1-8DAE-ADCDE5472283}" dt="2026-10-15T17:20:24.433" v="2445" actId="790"/>
          <ac:spMkLst>
            <pc:docMk/>
            <pc:sldMk cId="0" sldId="259"/>
            <ac:spMk id="3" creationId="{28726635-2AAB-ABDE-F278-B184DF01792D}"/>
          </ac:spMkLst>
        </pc:spChg>
        <pc:spChg chg="mod">
          <ac:chgData name="surendra babu" userId="fd2be13734b9414b" providerId="LiveId" clId="{054FD4C4-80EB-4CA1-8DAE-ADCDE5472283}" dt="2026-10-15T17:20:24.396" v="2443" actId="790"/>
          <ac:spMkLst>
            <pc:docMk/>
            <pc:sldMk cId="0" sldId="259"/>
            <ac:spMk id="4" creationId="{23921686-B006-48AC-AC94-E9DDAF3C035B}"/>
          </ac:spMkLst>
        </pc:spChg>
        <pc:spChg chg="add mod ord">
          <ac:chgData name="surendra babu" userId="fd2be13734b9414b" providerId="LiveId" clId="{054FD4C4-80EB-4CA1-8DAE-ADCDE5472283}" dt="2026-10-15T17:20:37.484" v="3253"/>
          <ac:spMkLst>
            <pc:docMk/>
            <pc:sldMk cId="0" sldId="259"/>
            <ac:spMk id="5" creationId="{153C83FE-7FC5-CC74-0462-67170E35F182}"/>
          </ac:spMkLst>
        </pc:spChg>
        <pc:spChg chg="del">
          <ac:chgData name="surendra babu" userId="fd2be13734b9414b" providerId="LiveId" clId="{054FD4C4-80EB-4CA1-8DAE-ADCDE5472283}" dt="2026-10-15T17:19:57.311" v="462"/>
          <ac:spMkLst>
            <pc:docMk/>
            <pc:sldMk cId="0" sldId="259"/>
            <ac:spMk id="78" creationId="{00000000-0000-0000-0000-000000000000}"/>
          </ac:spMkLst>
        </pc:spChg>
        <pc:spChg chg="mod">
          <ac:chgData name="surendra babu" userId="fd2be13734b9414b" providerId="LiveId" clId="{054FD4C4-80EB-4CA1-8DAE-ADCDE5472283}" dt="2026-10-15T17:20:24.375" v="2441"/>
          <ac:spMkLst>
            <pc:docMk/>
            <pc:sldMk cId="0" sldId="259"/>
            <ac:spMk id="79" creationId="{00000000-0000-0000-0000-000000000000}"/>
          </ac:spMkLst>
        </pc:spChg>
      </pc:sldChg>
      <pc:sldChg chg="addSp delSp modSp mod">
        <pc:chgData name="surendra babu" userId="fd2be13734b9414b" providerId="LiveId" clId="{054FD4C4-80EB-4CA1-8DAE-ADCDE5472283}" dt="2026-10-15T17:20:37.517" v="3255"/>
        <pc:sldMkLst>
          <pc:docMk/>
          <pc:sldMk cId="0" sldId="260"/>
        </pc:sldMkLst>
        <pc:spChg chg="add mod ord">
          <ac:chgData name="surendra babu" userId="fd2be13734b9414b" providerId="LiveId" clId="{054FD4C4-80EB-4CA1-8DAE-ADCDE5472283}" dt="2026-10-15T17:20:37.517" v="3255"/>
          <ac:spMkLst>
            <pc:docMk/>
            <pc:sldMk cId="0" sldId="260"/>
            <ac:spMk id="2" creationId="{7D6A9ADD-8BB2-AA63-80E0-BFA760E8C755}"/>
          </ac:spMkLst>
        </pc:spChg>
        <pc:spChg chg="mod">
          <ac:chgData name="surendra babu" userId="fd2be13734b9414b" providerId="LiveId" clId="{054FD4C4-80EB-4CA1-8DAE-ADCDE5472283}" dt="2026-10-15T17:20:24.798" v="2468" actId="790"/>
          <ac:spMkLst>
            <pc:docMk/>
            <pc:sldMk cId="0" sldId="260"/>
            <ac:spMk id="8" creationId="{B8FF580B-7765-44C0-A043-FEA0B95C2488}"/>
          </ac:spMkLst>
        </pc:spChg>
        <pc:spChg chg="del">
          <ac:chgData name="surendra babu" userId="fd2be13734b9414b" providerId="LiveId" clId="{054FD4C4-80EB-4CA1-8DAE-ADCDE5472283}" dt="2026-10-15T17:19:57.516" v="480"/>
          <ac:spMkLst>
            <pc:docMk/>
            <pc:sldMk cId="0" sldId="260"/>
            <ac:spMk id="85" creationId="{00000000-0000-0000-0000-000000000000}"/>
          </ac:spMkLst>
        </pc:spChg>
        <pc:spChg chg="mod">
          <ac:chgData name="surendra babu" userId="fd2be13734b9414b" providerId="LiveId" clId="{054FD4C4-80EB-4CA1-8DAE-ADCDE5472283}" dt="2026-10-15T17:20:24.745" v="2466" actId="790"/>
          <ac:spMkLst>
            <pc:docMk/>
            <pc:sldMk cId="0" sldId="260"/>
            <ac:spMk id="86" creationId="{00000000-0000-0000-0000-000000000000}"/>
          </ac:spMkLst>
        </pc:spChg>
        <pc:spChg chg="mod">
          <ac:chgData name="surendra babu" userId="fd2be13734b9414b" providerId="LiveId" clId="{054FD4C4-80EB-4CA1-8DAE-ADCDE5472283}" dt="2026-10-15T17:20:06.824" v="1353"/>
          <ac:spMkLst>
            <pc:docMk/>
            <pc:sldMk cId="0" sldId="260"/>
            <ac:spMk id="89" creationId="{00000000-0000-0000-0000-000000000000}"/>
          </ac:spMkLst>
        </pc:spChg>
        <pc:spChg chg="mod">
          <ac:chgData name="surendra babu" userId="fd2be13734b9414b" providerId="LiveId" clId="{054FD4C4-80EB-4CA1-8DAE-ADCDE5472283}" dt="2026-10-15T17:20:06.844" v="1359"/>
          <ac:spMkLst>
            <pc:docMk/>
            <pc:sldMk cId="0" sldId="260"/>
            <ac:spMk id="90" creationId="{00000000-0000-0000-0000-000000000000}"/>
          </ac:spMkLst>
        </pc:spChg>
        <pc:grpChg chg="mod">
          <ac:chgData name="surendra babu" userId="fd2be13734b9414b" providerId="LiveId" clId="{054FD4C4-80EB-4CA1-8DAE-ADCDE5472283}" dt="2026-10-15T17:20:06.851" v="1365"/>
          <ac:grpSpMkLst>
            <pc:docMk/>
            <pc:sldMk cId="0" sldId="260"/>
            <ac:grpSpMk id="87" creationId="{00000000-0000-0000-0000-000000000000}"/>
          </ac:grpSpMkLst>
        </pc:grpChg>
        <pc:picChg chg="mod">
          <ac:chgData name="surendra babu" userId="fd2be13734b9414b" providerId="LiveId" clId="{054FD4C4-80EB-4CA1-8DAE-ADCDE5472283}" dt="2026-10-15T17:20:06.805" v="1347"/>
          <ac:picMkLst>
            <pc:docMk/>
            <pc:sldMk cId="0" sldId="260"/>
            <ac:picMk id="88" creationId="{00000000-0000-0000-0000-000000000000}"/>
          </ac:picMkLst>
        </pc:picChg>
      </pc:sldChg>
      <pc:sldChg chg="addSp delSp modSp mod">
        <pc:chgData name="surendra babu" userId="fd2be13734b9414b" providerId="LiveId" clId="{054FD4C4-80EB-4CA1-8DAE-ADCDE5472283}" dt="2026-10-15T17:20:38.070" v="3295"/>
        <pc:sldMkLst>
          <pc:docMk/>
          <pc:sldMk cId="3035051825" sldId="263"/>
        </pc:sldMkLst>
        <pc:spChg chg="add mod ord">
          <ac:chgData name="surendra babu" userId="fd2be13734b9414b" providerId="LiveId" clId="{054FD4C4-80EB-4CA1-8DAE-ADCDE5472283}" dt="2026-10-15T17:20:38.070" v="3295"/>
          <ac:spMkLst>
            <pc:docMk/>
            <pc:sldMk cId="3035051825" sldId="263"/>
            <ac:spMk id="2" creationId="{E1BC1915-49A4-5BC2-EF90-77415D924B17}"/>
          </ac:spMkLst>
        </pc:spChg>
        <pc:spChg chg="del">
          <ac:chgData name="surendra babu" userId="fd2be13734b9414b" providerId="LiveId" clId="{054FD4C4-80EB-4CA1-8DAE-ADCDE5472283}" dt="2026-10-15T17:19:59.826" v="691"/>
          <ac:spMkLst>
            <pc:docMk/>
            <pc:sldMk cId="3035051825" sldId="263"/>
            <ac:spMk id="124" creationId="{00000000-0000-0000-0000-000000000000}"/>
          </ac:spMkLst>
        </pc:spChg>
        <pc:spChg chg="mod ord">
          <ac:chgData name="surendra babu" userId="fd2be13734b9414b" providerId="LiveId" clId="{054FD4C4-80EB-4CA1-8DAE-ADCDE5472283}" dt="2026-10-15T17:20:38.068" v="3293"/>
          <ac:spMkLst>
            <pc:docMk/>
            <pc:sldMk cId="3035051825" sldId="263"/>
            <ac:spMk id="125" creationId="{00000000-0000-0000-0000-000000000000}"/>
          </ac:spMkLst>
        </pc:spChg>
      </pc:sldChg>
      <pc:sldChg chg="addSp delSp modSp mod">
        <pc:chgData name="surendra babu" userId="fd2be13734b9414b" providerId="LiveId" clId="{054FD4C4-80EB-4CA1-8DAE-ADCDE5472283}" dt="2026-10-15T17:20:37.729" v="3269"/>
        <pc:sldMkLst>
          <pc:docMk/>
          <pc:sldMk cId="0" sldId="264"/>
        </pc:sldMkLst>
        <pc:spChg chg="add mod ord">
          <ac:chgData name="surendra babu" userId="fd2be13734b9414b" providerId="LiveId" clId="{054FD4C4-80EB-4CA1-8DAE-ADCDE5472283}" dt="2026-10-15T17:20:37.729" v="3269"/>
          <ac:spMkLst>
            <pc:docMk/>
            <pc:sldMk cId="0" sldId="264"/>
            <ac:spMk id="2" creationId="{628BBF5E-4D87-C3DF-193B-A57E241D735C}"/>
          </ac:spMkLst>
        </pc:spChg>
        <pc:spChg chg="del">
          <ac:chgData name="surendra babu" userId="fd2be13734b9414b" providerId="LiveId" clId="{054FD4C4-80EB-4CA1-8DAE-ADCDE5472283}" dt="2026-10-15T17:19:58.357" v="563"/>
          <ac:spMkLst>
            <pc:docMk/>
            <pc:sldMk cId="0" sldId="264"/>
            <ac:spMk id="130" creationId="{00000000-0000-0000-0000-000000000000}"/>
          </ac:spMkLst>
        </pc:spChg>
        <pc:spChg chg="mod">
          <ac:chgData name="surendra babu" userId="fd2be13734b9414b" providerId="LiveId" clId="{054FD4C4-80EB-4CA1-8DAE-ADCDE5472283}" dt="2026-10-15T17:20:26.200" v="2536"/>
          <ac:spMkLst>
            <pc:docMk/>
            <pc:sldMk cId="0" sldId="264"/>
            <ac:spMk id="131" creationId="{00000000-0000-0000-0000-000000000000}"/>
          </ac:spMkLst>
        </pc:spChg>
        <pc:spChg chg="mod">
          <ac:chgData name="surendra babu" userId="fd2be13734b9414b" providerId="LiveId" clId="{054FD4C4-80EB-4CA1-8DAE-ADCDE5472283}" dt="2026-10-15T17:20:26.320" v="2541" actId="790"/>
          <ac:spMkLst>
            <pc:docMk/>
            <pc:sldMk cId="0" sldId="264"/>
            <ac:spMk id="133" creationId="{00000000-0000-0000-0000-000000000000}"/>
          </ac:spMkLst>
        </pc:spChg>
      </pc:sldChg>
      <pc:sldChg chg="modSp mod">
        <pc:chgData name="surendra babu" userId="fd2be13734b9414b" providerId="LiveId" clId="{054FD4C4-80EB-4CA1-8DAE-ADCDE5472283}" dt="2026-10-15T17:20:37.890" v="3279"/>
        <pc:sldMkLst>
          <pc:docMk/>
          <pc:sldMk cId="0" sldId="265"/>
        </pc:sldMkLst>
        <pc:spChg chg="mod">
          <ac:chgData name="surendra babu" userId="fd2be13734b9414b" providerId="LiveId" clId="{054FD4C4-80EB-4CA1-8DAE-ADCDE5472283}" dt="2026-10-15T17:20:26.965" v="2561" actId="790"/>
          <ac:spMkLst>
            <pc:docMk/>
            <pc:sldMk cId="0" sldId="265"/>
            <ac:spMk id="138" creationId="{00000000-0000-0000-0000-000000000000}"/>
          </ac:spMkLst>
        </pc:spChg>
        <pc:spChg chg="mod">
          <ac:chgData name="surendra babu" userId="fd2be13734b9414b" providerId="LiveId" clId="{054FD4C4-80EB-4CA1-8DAE-ADCDE5472283}" dt="2026-10-15T17:20:27.354" v="2579" actId="790"/>
          <ac:spMkLst>
            <pc:docMk/>
            <pc:sldMk cId="0" sldId="265"/>
            <ac:spMk id="139" creationId="{00000000-0000-0000-0000-000000000000}"/>
          </ac:spMkLst>
        </pc:spChg>
        <pc:spChg chg="mod ord">
          <ac:chgData name="surendra babu" userId="fd2be13734b9414b" providerId="LiveId" clId="{054FD4C4-80EB-4CA1-8DAE-ADCDE5472283}" dt="2026-10-15T17:20:37.890" v="3279"/>
          <ac:spMkLst>
            <pc:docMk/>
            <pc:sldMk cId="0" sldId="265"/>
            <ac:spMk id="140" creationId="{00000000-0000-0000-0000-000000000000}"/>
          </ac:spMkLst>
        </pc:spChg>
        <pc:spChg chg="mod">
          <ac:chgData name="surendra babu" userId="fd2be13734b9414b" providerId="LiveId" clId="{054FD4C4-80EB-4CA1-8DAE-ADCDE5472283}" dt="2026-10-15T17:20:27.476" v="2585" actId="790"/>
          <ac:spMkLst>
            <pc:docMk/>
            <pc:sldMk cId="0" sldId="265"/>
            <ac:spMk id="141" creationId="{00000000-0000-0000-0000-000000000000}"/>
          </ac:spMkLst>
        </pc:spChg>
        <pc:picChg chg="mod">
          <ac:chgData name="surendra babu" userId="fd2be13734b9414b" providerId="LiveId" clId="{054FD4C4-80EB-4CA1-8DAE-ADCDE5472283}" dt="2026-10-15T17:20:08.107" v="1473"/>
          <ac:picMkLst>
            <pc:docMk/>
            <pc:sldMk cId="0" sldId="265"/>
            <ac:picMk id="2" creationId="{CA3CE1E9-6072-4762-966F-2F404EF77F21}"/>
          </ac:picMkLst>
        </pc:picChg>
      </pc:sldChg>
      <pc:sldChg chg="addSp delSp modSp mod">
        <pc:chgData name="surendra babu" userId="fd2be13734b9414b" providerId="LiveId" clId="{054FD4C4-80EB-4CA1-8DAE-ADCDE5472283}" dt="2026-10-15T17:20:37.791" v="3271"/>
        <pc:sldMkLst>
          <pc:docMk/>
          <pc:sldMk cId="0" sldId="266"/>
        </pc:sldMkLst>
        <pc:spChg chg="add mod ord">
          <ac:chgData name="surendra babu" userId="fd2be13734b9414b" providerId="LiveId" clId="{054FD4C4-80EB-4CA1-8DAE-ADCDE5472283}" dt="2026-10-15T17:20:37.791" v="3271"/>
          <ac:spMkLst>
            <pc:docMk/>
            <pc:sldMk cId="0" sldId="266"/>
            <ac:spMk id="2" creationId="{34B63E25-98AA-2D68-D21F-4D1D2570964C}"/>
          </ac:spMkLst>
        </pc:spChg>
        <pc:spChg chg="mod">
          <ac:chgData name="surendra babu" userId="fd2be13734b9414b" providerId="LiveId" clId="{054FD4C4-80EB-4CA1-8DAE-ADCDE5472283}" dt="2026-10-15T17:20:26.757" v="2555" actId="790"/>
          <ac:spMkLst>
            <pc:docMk/>
            <pc:sldMk cId="0" sldId="266"/>
            <ac:spMk id="8" creationId="{2C0113C3-B244-452D-B2DF-B8E9693E2F04}"/>
          </ac:spMkLst>
        </pc:spChg>
        <pc:spChg chg="del">
          <ac:chgData name="surendra babu" userId="fd2be13734b9414b" providerId="LiveId" clId="{054FD4C4-80EB-4CA1-8DAE-ADCDE5472283}" dt="2026-10-15T17:19:58.536" v="581"/>
          <ac:spMkLst>
            <pc:docMk/>
            <pc:sldMk cId="0" sldId="266"/>
            <ac:spMk id="146" creationId="{00000000-0000-0000-0000-000000000000}"/>
          </ac:spMkLst>
        </pc:spChg>
        <pc:spChg chg="mod">
          <ac:chgData name="surendra babu" userId="fd2be13734b9414b" providerId="LiveId" clId="{054FD4C4-80EB-4CA1-8DAE-ADCDE5472283}" dt="2026-10-15T17:20:26.608" v="2550" actId="790"/>
          <ac:spMkLst>
            <pc:docMk/>
            <pc:sldMk cId="0" sldId="266"/>
            <ac:spMk id="147" creationId="{00000000-0000-0000-0000-000000000000}"/>
          </ac:spMkLst>
        </pc:spChg>
      </pc:sldChg>
      <pc:sldChg chg="addSp delSp modSp mod">
        <pc:chgData name="surendra babu" userId="fd2be13734b9414b" providerId="LiveId" clId="{054FD4C4-80EB-4CA1-8DAE-ADCDE5472283}" dt="2026-10-15T17:20:37.956" v="3283"/>
        <pc:sldMkLst>
          <pc:docMk/>
          <pc:sldMk cId="0" sldId="267"/>
        </pc:sldMkLst>
        <pc:spChg chg="add mod ord">
          <ac:chgData name="surendra babu" userId="fd2be13734b9414b" providerId="LiveId" clId="{054FD4C4-80EB-4CA1-8DAE-ADCDE5472283}" dt="2026-10-15T17:20:37.956" v="3283"/>
          <ac:spMkLst>
            <pc:docMk/>
            <pc:sldMk cId="0" sldId="267"/>
            <ac:spMk id="2" creationId="{E1205DB5-0590-DC14-F7FB-A72B319141CB}"/>
          </ac:spMkLst>
        </pc:spChg>
        <pc:spChg chg="del">
          <ac:chgData name="surendra babu" userId="fd2be13734b9414b" providerId="LiveId" clId="{054FD4C4-80EB-4CA1-8DAE-ADCDE5472283}" dt="2026-10-15T17:19:59.224" v="635"/>
          <ac:spMkLst>
            <pc:docMk/>
            <pc:sldMk cId="0" sldId="267"/>
            <ac:spMk id="156" creationId="{00000000-0000-0000-0000-000000000000}"/>
          </ac:spMkLst>
        </pc:spChg>
        <pc:spChg chg="mod">
          <ac:chgData name="surendra babu" userId="fd2be13734b9414b" providerId="LiveId" clId="{054FD4C4-80EB-4CA1-8DAE-ADCDE5472283}" dt="2026-10-15T17:20:28.259" v="2633" actId="790"/>
          <ac:spMkLst>
            <pc:docMk/>
            <pc:sldMk cId="0" sldId="267"/>
            <ac:spMk id="157" creationId="{00000000-0000-0000-0000-000000000000}"/>
          </ac:spMkLst>
        </pc:spChg>
        <pc:spChg chg="mod">
          <ac:chgData name="surendra babu" userId="fd2be13734b9414b" providerId="LiveId" clId="{054FD4C4-80EB-4CA1-8DAE-ADCDE5472283}" dt="2026-10-15T17:20:28.319" v="2637" actId="790"/>
          <ac:spMkLst>
            <pc:docMk/>
            <pc:sldMk cId="0" sldId="267"/>
            <ac:spMk id="158" creationId="{00000000-0000-0000-0000-000000000000}"/>
          </ac:spMkLst>
        </pc:spChg>
      </pc:sldChg>
      <pc:sldChg chg="addSp delSp modSp mod">
        <pc:chgData name="surendra babu" userId="fd2be13734b9414b" providerId="LiveId" clId="{054FD4C4-80EB-4CA1-8DAE-ADCDE5472283}" dt="2026-10-15T17:20:37.983" v="3285"/>
        <pc:sldMkLst>
          <pc:docMk/>
          <pc:sldMk cId="0" sldId="268"/>
        </pc:sldMkLst>
        <pc:spChg chg="add mod ord">
          <ac:chgData name="surendra babu" userId="fd2be13734b9414b" providerId="LiveId" clId="{054FD4C4-80EB-4CA1-8DAE-ADCDE5472283}" dt="2026-10-15T17:20:37.983" v="3285"/>
          <ac:spMkLst>
            <pc:docMk/>
            <pc:sldMk cId="0" sldId="268"/>
            <ac:spMk id="2" creationId="{824CBD4F-653B-BE9D-5DBA-90A6A1425580}"/>
          </ac:spMkLst>
        </pc:spChg>
        <pc:spChg chg="mod">
          <ac:chgData name="surendra babu" userId="fd2be13734b9414b" providerId="LiveId" clId="{054FD4C4-80EB-4CA1-8DAE-ADCDE5472283}" dt="2026-10-15T17:20:29.532" v="2722" actId="790"/>
          <ac:spMkLst>
            <pc:docMk/>
            <pc:sldMk cId="0" sldId="268"/>
            <ac:spMk id="4" creationId="{053A8D5B-D8F6-4525-B15A-FF98EF788434}"/>
          </ac:spMkLst>
        </pc:spChg>
        <pc:spChg chg="del">
          <ac:chgData name="surendra babu" userId="fd2be13734b9414b" providerId="LiveId" clId="{054FD4C4-80EB-4CA1-8DAE-ADCDE5472283}" dt="2026-10-15T17:19:59.434" v="653"/>
          <ac:spMkLst>
            <pc:docMk/>
            <pc:sldMk cId="0" sldId="268"/>
            <ac:spMk id="163" creationId="{00000000-0000-0000-0000-000000000000}"/>
          </ac:spMkLst>
        </pc:spChg>
        <pc:spChg chg="mod">
          <ac:chgData name="surendra babu" userId="fd2be13734b9414b" providerId="LiveId" clId="{054FD4C4-80EB-4CA1-8DAE-ADCDE5472283}" dt="2026-10-15T17:20:29.470" v="2718" actId="790"/>
          <ac:spMkLst>
            <pc:docMk/>
            <pc:sldMk cId="0" sldId="268"/>
            <ac:spMk id="164" creationId="{00000000-0000-0000-0000-000000000000}"/>
          </ac:spMkLst>
        </pc:spChg>
      </pc:sldChg>
      <pc:sldChg chg="addSp delSp modSp mod">
        <pc:chgData name="surendra babu" userId="fd2be13734b9414b" providerId="LiveId" clId="{054FD4C4-80EB-4CA1-8DAE-ADCDE5472283}" dt="2026-10-15T17:20:38.220" v="3303"/>
        <pc:sldMkLst>
          <pc:docMk/>
          <pc:sldMk cId="1384347039" sldId="269"/>
        </pc:sldMkLst>
        <pc:spChg chg="add mod ord">
          <ac:chgData name="surendra babu" userId="fd2be13734b9414b" providerId="LiveId" clId="{054FD4C4-80EB-4CA1-8DAE-ADCDE5472283}" dt="2026-10-15T17:20:38.220" v="3303"/>
          <ac:spMkLst>
            <pc:docMk/>
            <pc:sldMk cId="1384347039" sldId="269"/>
            <ac:spMk id="2" creationId="{497EB3B1-25D4-1EA1-0A49-9064CBCA69B5}"/>
          </ac:spMkLst>
        </pc:spChg>
        <pc:spChg chg="del">
          <ac:chgData name="surendra babu" userId="fd2be13734b9414b" providerId="LiveId" clId="{054FD4C4-80EB-4CA1-8DAE-ADCDE5472283}" dt="2026-10-15T17:20:00.401" v="745"/>
          <ac:spMkLst>
            <pc:docMk/>
            <pc:sldMk cId="1384347039" sldId="269"/>
            <ac:spMk id="169" creationId="{00000000-0000-0000-0000-000000000000}"/>
          </ac:spMkLst>
        </pc:spChg>
        <pc:spChg chg="mod">
          <ac:chgData name="surendra babu" userId="fd2be13734b9414b" providerId="LiveId" clId="{054FD4C4-80EB-4CA1-8DAE-ADCDE5472283}" dt="2026-10-15T17:20:32.218" v="2873" actId="790"/>
          <ac:spMkLst>
            <pc:docMk/>
            <pc:sldMk cId="1384347039" sldId="269"/>
            <ac:spMk id="170" creationId="{00000000-0000-0000-0000-000000000000}"/>
          </ac:spMkLst>
        </pc:spChg>
        <pc:spChg chg="mod">
          <ac:chgData name="surendra babu" userId="fd2be13734b9414b" providerId="LiveId" clId="{054FD4C4-80EB-4CA1-8DAE-ADCDE5472283}" dt="2026-10-15T17:20:32.248" v="2875" actId="790"/>
          <ac:spMkLst>
            <pc:docMk/>
            <pc:sldMk cId="1384347039" sldId="269"/>
            <ac:spMk id="171" creationId="{00000000-0000-0000-0000-000000000000}"/>
          </ac:spMkLst>
        </pc:spChg>
      </pc:sldChg>
      <pc:sldChg chg="addSp delSp modSp mod">
        <pc:chgData name="surendra babu" userId="fd2be13734b9414b" providerId="LiveId" clId="{054FD4C4-80EB-4CA1-8DAE-ADCDE5472283}" dt="2026-10-15T17:20:36.778" v="3179"/>
        <pc:sldMkLst>
          <pc:docMk/>
          <pc:sldMk cId="512487469" sldId="271"/>
        </pc:sldMkLst>
        <pc:spChg chg="mod">
          <ac:chgData name="surendra babu" userId="fd2be13734b9414b" providerId="LiveId" clId="{054FD4C4-80EB-4CA1-8DAE-ADCDE5472283}" dt="2026-10-15T17:20:16.691" v="1894" actId="790"/>
          <ac:spMkLst>
            <pc:docMk/>
            <pc:sldMk cId="512487469" sldId="271"/>
            <ac:spMk id="2" creationId="{C8B24D94-2A59-4FEB-A039-6A0271DAD0B5}"/>
          </ac:spMkLst>
        </pc:spChg>
        <pc:spChg chg="add mod ord">
          <ac:chgData name="surendra babu" userId="fd2be13734b9414b" providerId="LiveId" clId="{054FD4C4-80EB-4CA1-8DAE-ADCDE5472283}" dt="2026-10-15T17:20:36.778" v="3179"/>
          <ac:spMkLst>
            <pc:docMk/>
            <pc:sldMk cId="512487469" sldId="271"/>
            <ac:spMk id="3" creationId="{2C878E7B-0AAE-0493-B2AE-6C37B02568AF}"/>
          </ac:spMkLst>
        </pc:spChg>
        <pc:spChg chg="mod">
          <ac:chgData name="surendra babu" userId="fd2be13734b9414b" providerId="LiveId" clId="{054FD4C4-80EB-4CA1-8DAE-ADCDE5472283}" dt="2026-10-15T17:20:16.671" v="1892" actId="20577"/>
          <ac:spMkLst>
            <pc:docMk/>
            <pc:sldMk cId="512487469" sldId="271"/>
            <ac:spMk id="57" creationId="{00000000-0000-0000-0000-000000000000}"/>
          </ac:spMkLst>
        </pc:spChg>
        <pc:spChg chg="del">
          <ac:chgData name="surendra babu" userId="fd2be13734b9414b" providerId="LiveId" clId="{054FD4C4-80EB-4CA1-8DAE-ADCDE5472283}" dt="2026-10-15T17:19:52.848" v="62"/>
          <ac:spMkLst>
            <pc:docMk/>
            <pc:sldMk cId="512487469" sldId="271"/>
            <ac:spMk id="58" creationId="{00000000-0000-0000-0000-000000000000}"/>
          </ac:spMkLst>
        </pc:spChg>
      </pc:sldChg>
      <pc:sldChg chg="addSp delSp modSp mod">
        <pc:chgData name="surendra babu" userId="fd2be13734b9414b" providerId="LiveId" clId="{054FD4C4-80EB-4CA1-8DAE-ADCDE5472283}" dt="2026-10-15T17:20:37.417" v="3249"/>
        <pc:sldMkLst>
          <pc:docMk/>
          <pc:sldMk cId="2404502839" sldId="273"/>
        </pc:sldMkLst>
        <pc:spChg chg="add mod ord">
          <ac:chgData name="surendra babu" userId="fd2be13734b9414b" providerId="LiveId" clId="{054FD4C4-80EB-4CA1-8DAE-ADCDE5472283}" dt="2026-10-15T17:20:37.417" v="3249"/>
          <ac:spMkLst>
            <pc:docMk/>
            <pc:sldMk cId="2404502839" sldId="273"/>
            <ac:spMk id="3" creationId="{62B38B7F-39CC-2D7A-51A6-1F2C3C73928E}"/>
          </ac:spMkLst>
        </pc:spChg>
        <pc:spChg chg="del">
          <ac:chgData name="surendra babu" userId="fd2be13734b9414b" providerId="LiveId" clId="{054FD4C4-80EB-4CA1-8DAE-ADCDE5472283}" dt="2026-10-15T17:19:56.933" v="426"/>
          <ac:spMkLst>
            <pc:docMk/>
            <pc:sldMk cId="2404502839" sldId="273"/>
            <ac:spMk id="71" creationId="{00000000-0000-0000-0000-000000000000}"/>
          </ac:spMkLst>
        </pc:spChg>
        <pc:spChg chg="del">
          <ac:chgData name="surendra babu" userId="fd2be13734b9414b" providerId="LiveId" clId="{054FD4C4-80EB-4CA1-8DAE-ADCDE5472283}" dt="2026-10-15T17:19:49.579" v="9"/>
          <ac:spMkLst>
            <pc:docMk/>
            <pc:sldMk cId="2404502839" sldId="273"/>
            <ac:spMk id="72" creationId="{00000000-0000-0000-0000-000000000000}"/>
          </ac:spMkLst>
        </pc:spChg>
        <pc:spChg chg="mod">
          <ac:chgData name="surendra babu" userId="fd2be13734b9414b" providerId="LiveId" clId="{054FD4C4-80EB-4CA1-8DAE-ADCDE5472283}" dt="2026-10-15T17:20:23.516" v="2390" actId="790"/>
          <ac:spMkLst>
            <pc:docMk/>
            <pc:sldMk cId="2404502839" sldId="273"/>
            <ac:spMk id="73" creationId="{00000000-0000-0000-0000-000000000000}"/>
          </ac:spMkLst>
        </pc:spChg>
        <pc:picChg chg="mod">
          <ac:chgData name="surendra babu" userId="fd2be13734b9414b" providerId="LiveId" clId="{054FD4C4-80EB-4CA1-8DAE-ADCDE5472283}" dt="2026-10-15T17:20:06.377" v="1305"/>
          <ac:picMkLst>
            <pc:docMk/>
            <pc:sldMk cId="2404502839" sldId="273"/>
            <ac:picMk id="2" creationId="{00458E37-C9E0-4531-BF1C-9128A98D9B69}"/>
          </ac:picMkLst>
        </pc:picChg>
      </pc:sldChg>
      <pc:sldChg chg="addSp delSp modSp mod">
        <pc:chgData name="surendra babu" userId="fd2be13734b9414b" providerId="LiveId" clId="{054FD4C4-80EB-4CA1-8DAE-ADCDE5472283}" dt="2026-10-15T17:20:38.042" v="3291"/>
        <pc:sldMkLst>
          <pc:docMk/>
          <pc:sldMk cId="4015693123" sldId="274"/>
        </pc:sldMkLst>
        <pc:spChg chg="add mod ord">
          <ac:chgData name="surendra babu" userId="fd2be13734b9414b" providerId="LiveId" clId="{054FD4C4-80EB-4CA1-8DAE-ADCDE5472283}" dt="2026-10-15T17:20:38.042" v="3291"/>
          <ac:spMkLst>
            <pc:docMk/>
            <pc:sldMk cId="4015693123" sldId="274"/>
            <ac:spMk id="2" creationId="{170D95D8-E1A7-A462-FB4D-5663FA479352}"/>
          </ac:spMkLst>
        </pc:spChg>
        <pc:spChg chg="mod">
          <ac:chgData name="surendra babu" userId="fd2be13734b9414b" providerId="LiveId" clId="{054FD4C4-80EB-4CA1-8DAE-ADCDE5472283}" dt="2026-10-15T17:20:30.125" v="2756" actId="790"/>
          <ac:spMkLst>
            <pc:docMk/>
            <pc:sldMk cId="4015693123" sldId="274"/>
            <ac:spMk id="21" creationId="{55151D97-CC5D-4427-AF0B-BE7DBE496CBB}"/>
          </ac:spMkLst>
        </pc:spChg>
        <pc:spChg chg="mod">
          <ac:chgData name="surendra babu" userId="fd2be13734b9414b" providerId="LiveId" clId="{054FD4C4-80EB-4CA1-8DAE-ADCDE5472283}" dt="2026-10-15T17:20:30.174" v="2759" actId="790"/>
          <ac:spMkLst>
            <pc:docMk/>
            <pc:sldMk cId="4015693123" sldId="274"/>
            <ac:spMk id="22" creationId="{41643C87-42B2-4773-8461-63236B9E1559}"/>
          </ac:spMkLst>
        </pc:spChg>
        <pc:spChg chg="mod">
          <ac:chgData name="surendra babu" userId="fd2be13734b9414b" providerId="LiveId" clId="{054FD4C4-80EB-4CA1-8DAE-ADCDE5472283}" dt="2026-10-15T17:20:30.229" v="2762" actId="790"/>
          <ac:spMkLst>
            <pc:docMk/>
            <pc:sldMk cId="4015693123" sldId="274"/>
            <ac:spMk id="23" creationId="{20636E38-F828-43BA-AC62-18C73E73AF85}"/>
          </ac:spMkLst>
        </pc:spChg>
        <pc:spChg chg="mod">
          <ac:chgData name="surendra babu" userId="fd2be13734b9414b" providerId="LiveId" clId="{054FD4C4-80EB-4CA1-8DAE-ADCDE5472283}" dt="2026-10-15T17:20:30.278" v="2765" actId="790"/>
          <ac:spMkLst>
            <pc:docMk/>
            <pc:sldMk cId="4015693123" sldId="274"/>
            <ac:spMk id="24" creationId="{01CB0501-70E7-4813-941C-D29CAFCD1124}"/>
          </ac:spMkLst>
        </pc:spChg>
        <pc:spChg chg="mod">
          <ac:chgData name="surendra babu" userId="fd2be13734b9414b" providerId="LiveId" clId="{054FD4C4-80EB-4CA1-8DAE-ADCDE5472283}" dt="2026-10-15T17:20:30.330" v="2768" actId="790"/>
          <ac:spMkLst>
            <pc:docMk/>
            <pc:sldMk cId="4015693123" sldId="274"/>
            <ac:spMk id="25" creationId="{57F277AB-9496-42D5-A370-243B42F92193}"/>
          </ac:spMkLst>
        </pc:spChg>
        <pc:spChg chg="mod">
          <ac:chgData name="surendra babu" userId="fd2be13734b9414b" providerId="LiveId" clId="{054FD4C4-80EB-4CA1-8DAE-ADCDE5472283}" dt="2026-10-15T17:20:30.398" v="2772" actId="790"/>
          <ac:spMkLst>
            <pc:docMk/>
            <pc:sldMk cId="4015693123" sldId="274"/>
            <ac:spMk id="29" creationId="{9959EAD5-9108-495E-8013-DBDC28B2334A}"/>
          </ac:spMkLst>
        </pc:spChg>
        <pc:spChg chg="mod">
          <ac:chgData name="surendra babu" userId="fd2be13734b9414b" providerId="LiveId" clId="{054FD4C4-80EB-4CA1-8DAE-ADCDE5472283}" dt="2026-10-15T17:20:30.464" v="2776" actId="790"/>
          <ac:spMkLst>
            <pc:docMk/>
            <pc:sldMk cId="4015693123" sldId="274"/>
            <ac:spMk id="30" creationId="{854CDAE6-CD3F-4856-A720-7844C4CF96B5}"/>
          </ac:spMkLst>
        </pc:spChg>
        <pc:spChg chg="mod">
          <ac:chgData name="surendra babu" userId="fd2be13734b9414b" providerId="LiveId" clId="{054FD4C4-80EB-4CA1-8DAE-ADCDE5472283}" dt="2026-10-15T17:20:30.533" v="2780" actId="790"/>
          <ac:spMkLst>
            <pc:docMk/>
            <pc:sldMk cId="4015693123" sldId="274"/>
            <ac:spMk id="31" creationId="{13A41DA7-B669-4197-B1E2-3E86D739EEC1}"/>
          </ac:spMkLst>
        </pc:spChg>
        <pc:spChg chg="mod">
          <ac:chgData name="surendra babu" userId="fd2be13734b9414b" providerId="LiveId" clId="{054FD4C4-80EB-4CA1-8DAE-ADCDE5472283}" dt="2026-10-15T17:20:30.576" v="2782" actId="790"/>
          <ac:spMkLst>
            <pc:docMk/>
            <pc:sldMk cId="4015693123" sldId="274"/>
            <ac:spMk id="35" creationId="{CB412619-995A-4D43-A3F3-8068D6AA9695}"/>
          </ac:spMkLst>
        </pc:spChg>
        <pc:spChg chg="del">
          <ac:chgData name="surendra babu" userId="fd2be13734b9414b" providerId="LiveId" clId="{054FD4C4-80EB-4CA1-8DAE-ADCDE5472283}" dt="2026-10-15T17:19:59.673" v="673"/>
          <ac:spMkLst>
            <pc:docMk/>
            <pc:sldMk cId="4015693123" sldId="274"/>
            <ac:spMk id="103" creationId="{00000000-0000-0000-0000-000000000000}"/>
          </ac:spMkLst>
        </pc:spChg>
        <pc:spChg chg="mod">
          <ac:chgData name="surendra babu" userId="fd2be13734b9414b" providerId="LiveId" clId="{054FD4C4-80EB-4CA1-8DAE-ADCDE5472283}" dt="2026-10-15T17:20:30.085" v="2754"/>
          <ac:spMkLst>
            <pc:docMk/>
            <pc:sldMk cId="4015693123" sldId="274"/>
            <ac:spMk id="104" creationId="{00000000-0000-0000-0000-000000000000}"/>
          </ac:spMkLst>
        </pc:spChg>
        <pc:grpChg chg="mod">
          <ac:chgData name="surendra babu" userId="fd2be13734b9414b" providerId="LiveId" clId="{054FD4C4-80EB-4CA1-8DAE-ADCDE5472283}" dt="2026-10-15T17:20:09.001" v="1551"/>
          <ac:grpSpMkLst>
            <pc:docMk/>
            <pc:sldMk cId="4015693123" sldId="274"/>
            <ac:grpSpMk id="20" creationId="{6937BEE1-F64B-496D-98A5-A29AA7461950}"/>
          </ac:grpSpMkLst>
        </pc:grpChg>
        <pc:picChg chg="mod">
          <ac:chgData name="surendra babu" userId="fd2be13734b9414b" providerId="LiveId" clId="{054FD4C4-80EB-4CA1-8DAE-ADCDE5472283}" dt="2026-10-15T17:20:08.673" v="1509"/>
          <ac:picMkLst>
            <pc:docMk/>
            <pc:sldMk cId="4015693123" sldId="274"/>
            <ac:picMk id="19" creationId="{2EB82C88-FEE8-4648-9F28-A35AD36AC6BB}"/>
          </ac:picMkLst>
        </pc:picChg>
        <pc:cxnChg chg="mod">
          <ac:chgData name="surendra babu" userId="fd2be13734b9414b" providerId="LiveId" clId="{054FD4C4-80EB-4CA1-8DAE-ADCDE5472283}" dt="2026-10-15T17:20:08.789" v="1515"/>
          <ac:cxnSpMkLst>
            <pc:docMk/>
            <pc:sldMk cId="4015693123" sldId="274"/>
            <ac:cxnSpMk id="26" creationId="{11A4060F-D0B1-4221-8DDE-4D2B2FA1CC91}"/>
          </ac:cxnSpMkLst>
        </pc:cxnChg>
        <pc:cxnChg chg="mod">
          <ac:chgData name="surendra babu" userId="fd2be13734b9414b" providerId="LiveId" clId="{054FD4C4-80EB-4CA1-8DAE-ADCDE5472283}" dt="2026-10-15T17:20:08.801" v="1521"/>
          <ac:cxnSpMkLst>
            <pc:docMk/>
            <pc:sldMk cId="4015693123" sldId="274"/>
            <ac:cxnSpMk id="27" creationId="{05E187B3-02EB-4827-B3FB-DD45A7D321A2}"/>
          </ac:cxnSpMkLst>
        </pc:cxnChg>
        <pc:cxnChg chg="mod">
          <ac:chgData name="surendra babu" userId="fd2be13734b9414b" providerId="LiveId" clId="{054FD4C4-80EB-4CA1-8DAE-ADCDE5472283}" dt="2026-10-15T17:20:08.817" v="1527"/>
          <ac:cxnSpMkLst>
            <pc:docMk/>
            <pc:sldMk cId="4015693123" sldId="274"/>
            <ac:cxnSpMk id="28" creationId="{2A5FE91F-471C-4CED-B475-346A12FD4737}"/>
          </ac:cxnSpMkLst>
        </pc:cxnChg>
        <pc:cxnChg chg="mod">
          <ac:chgData name="surendra babu" userId="fd2be13734b9414b" providerId="LiveId" clId="{054FD4C4-80EB-4CA1-8DAE-ADCDE5472283}" dt="2026-10-15T17:20:08.965" v="1533"/>
          <ac:cxnSpMkLst>
            <pc:docMk/>
            <pc:sldMk cId="4015693123" sldId="274"/>
            <ac:cxnSpMk id="32" creationId="{BF9FF9AD-CAB6-4B58-9570-1C155A093ADF}"/>
          </ac:cxnSpMkLst>
        </pc:cxnChg>
        <pc:cxnChg chg="mod">
          <ac:chgData name="surendra babu" userId="fd2be13734b9414b" providerId="LiveId" clId="{054FD4C4-80EB-4CA1-8DAE-ADCDE5472283}" dt="2026-10-15T17:20:08.980" v="1539"/>
          <ac:cxnSpMkLst>
            <pc:docMk/>
            <pc:sldMk cId="4015693123" sldId="274"/>
            <ac:cxnSpMk id="33" creationId="{8B485F5A-E923-4D9F-A875-A4AA258E783C}"/>
          </ac:cxnSpMkLst>
        </pc:cxnChg>
        <pc:cxnChg chg="mod">
          <ac:chgData name="surendra babu" userId="fd2be13734b9414b" providerId="LiveId" clId="{054FD4C4-80EB-4CA1-8DAE-ADCDE5472283}" dt="2026-10-15T17:20:08.995" v="1545"/>
          <ac:cxnSpMkLst>
            <pc:docMk/>
            <pc:sldMk cId="4015693123" sldId="274"/>
            <ac:cxnSpMk id="34" creationId="{DCB66885-2BF7-4E57-AA13-77DFC212C1E2}"/>
          </ac:cxnSpMkLst>
        </pc:cxnChg>
      </pc:sldChg>
      <pc:sldChg chg="addSp delSp modSp mod">
        <pc:chgData name="surendra babu" userId="fd2be13734b9414b" providerId="LiveId" clId="{054FD4C4-80EB-4CA1-8DAE-ADCDE5472283}" dt="2026-10-15T17:20:38.839" v="3355"/>
        <pc:sldMkLst>
          <pc:docMk/>
          <pc:sldMk cId="1726684196" sldId="276"/>
        </pc:sldMkLst>
        <pc:spChg chg="add mod ord">
          <ac:chgData name="surendra babu" userId="fd2be13734b9414b" providerId="LiveId" clId="{054FD4C4-80EB-4CA1-8DAE-ADCDE5472283}" dt="2026-10-15T17:20:38.839" v="3355"/>
          <ac:spMkLst>
            <pc:docMk/>
            <pc:sldMk cId="1726684196" sldId="276"/>
            <ac:spMk id="2" creationId="{0C500D0B-6F3C-4D67-74A5-0372DBCDA0AC}"/>
          </ac:spMkLst>
        </pc:spChg>
        <pc:spChg chg="del">
          <ac:chgData name="surendra babu" userId="fd2be13734b9414b" providerId="LiveId" clId="{054FD4C4-80EB-4CA1-8DAE-ADCDE5472283}" dt="2026-10-15T17:20:02.877" v="1012"/>
          <ac:spMkLst>
            <pc:docMk/>
            <pc:sldMk cId="1726684196" sldId="276"/>
            <ac:spMk id="78" creationId="{00000000-0000-0000-0000-000000000000}"/>
          </ac:spMkLst>
        </pc:spChg>
        <pc:spChg chg="mod ord">
          <ac:chgData name="surendra babu" userId="fd2be13734b9414b" providerId="LiveId" clId="{054FD4C4-80EB-4CA1-8DAE-ADCDE5472283}" dt="2026-10-15T17:20:38.837" v="3353"/>
          <ac:spMkLst>
            <pc:docMk/>
            <pc:sldMk cId="1726684196" sldId="276"/>
            <ac:spMk id="79" creationId="{00000000-0000-0000-0000-000000000000}"/>
          </ac:spMkLst>
        </pc:spChg>
      </pc:sldChg>
      <pc:sldChg chg="addSp delSp modSp mod">
        <pc:chgData name="surendra babu" userId="fd2be13734b9414b" providerId="LiveId" clId="{054FD4C4-80EB-4CA1-8DAE-ADCDE5472283}" dt="2026-10-15T17:20:37.450" v="3251"/>
        <pc:sldMkLst>
          <pc:docMk/>
          <pc:sldMk cId="499988523" sldId="413"/>
        </pc:sldMkLst>
        <pc:spChg chg="mod">
          <ac:chgData name="surendra babu" userId="fd2be13734b9414b" providerId="LiveId" clId="{054FD4C4-80EB-4CA1-8DAE-ADCDE5472283}" dt="2026-10-15T17:20:23.639" v="2398" actId="790"/>
          <ac:spMkLst>
            <pc:docMk/>
            <pc:sldMk cId="499988523" sldId="413"/>
            <ac:spMk id="2" creationId="{F2B7AB44-D266-42B3-B4D5-DE70D56FA6FA}"/>
          </ac:spMkLst>
        </pc:spChg>
        <pc:spChg chg="add mod ord">
          <ac:chgData name="surendra babu" userId="fd2be13734b9414b" providerId="LiveId" clId="{054FD4C4-80EB-4CA1-8DAE-ADCDE5472283}" dt="2026-10-15T17:20:37.450" v="3251"/>
          <ac:spMkLst>
            <pc:docMk/>
            <pc:sldMk cId="499988523" sldId="413"/>
            <ac:spMk id="3" creationId="{7466C8C3-2531-5484-68D2-0935FB37EC2E}"/>
          </ac:spMkLst>
        </pc:spChg>
        <pc:spChg chg="mod">
          <ac:chgData name="surendra babu" userId="fd2be13734b9414b" providerId="LiveId" clId="{054FD4C4-80EB-4CA1-8DAE-ADCDE5472283}" dt="2026-10-15T17:20:23.702" v="2401" actId="790"/>
          <ac:spMkLst>
            <pc:docMk/>
            <pc:sldMk cId="499988523" sldId="413"/>
            <ac:spMk id="8" creationId="{9D861B45-5713-45C7-BD79-84C18FA136AF}"/>
          </ac:spMkLst>
        </pc:spChg>
        <pc:spChg chg="mod">
          <ac:chgData name="surendra babu" userId="fd2be13734b9414b" providerId="LiveId" clId="{054FD4C4-80EB-4CA1-8DAE-ADCDE5472283}" dt="2026-10-15T17:20:23.619" v="2396" actId="20577"/>
          <ac:spMkLst>
            <pc:docMk/>
            <pc:sldMk cId="499988523" sldId="413"/>
            <ac:spMk id="36" creationId="{E23ACD53-A316-4DC3-90BC-5CB6DB986317}"/>
          </ac:spMkLst>
        </pc:spChg>
        <pc:spChg chg="del">
          <ac:chgData name="surendra babu" userId="fd2be13734b9414b" providerId="LiveId" clId="{054FD4C4-80EB-4CA1-8DAE-ADCDE5472283}" dt="2026-10-15T17:19:57.101" v="444"/>
          <ac:spMkLst>
            <pc:docMk/>
            <pc:sldMk cId="499988523" sldId="413"/>
            <ac:spMk id="71" creationId="{00000000-0000-0000-0000-000000000000}"/>
          </ac:spMkLst>
        </pc:spChg>
        <pc:grpChg chg="mod">
          <ac:chgData name="surendra babu" userId="fd2be13734b9414b" providerId="LiveId" clId="{054FD4C4-80EB-4CA1-8DAE-ADCDE5472283}" dt="2026-10-15T17:20:06.512" v="1317"/>
          <ac:grpSpMkLst>
            <pc:docMk/>
            <pc:sldMk cId="499988523" sldId="413"/>
            <ac:grpSpMk id="30" creationId="{C664B71C-222E-4F0C-A44A-5C2EDAECEA15}"/>
          </ac:grpSpMkLst>
        </pc:grpChg>
        <pc:picChg chg="mod">
          <ac:chgData name="surendra babu" userId="fd2be13734b9414b" providerId="LiveId" clId="{054FD4C4-80EB-4CA1-8DAE-ADCDE5472283}" dt="2026-10-15T17:20:06.480" v="1311"/>
          <ac:picMkLst>
            <pc:docMk/>
            <pc:sldMk cId="499988523" sldId="413"/>
            <ac:picMk id="28" creationId="{6B91062B-630A-47FE-B193-9D4040FB3552}"/>
          </ac:picMkLst>
        </pc:picChg>
        <pc:cxnChg chg="mod">
          <ac:chgData name="surendra babu" userId="fd2be13734b9414b" providerId="LiveId" clId="{054FD4C4-80EB-4CA1-8DAE-ADCDE5472283}" dt="2026-10-15T17:20:06.543" v="1329"/>
          <ac:cxnSpMkLst>
            <pc:docMk/>
            <pc:sldMk cId="499988523" sldId="413"/>
            <ac:cxnSpMk id="4" creationId="{A0B5F8ED-2ECC-4C38-8340-AB490BFB0379}"/>
          </ac:cxnSpMkLst>
        </pc:cxnChg>
      </pc:sldChg>
      <pc:sldChg chg="addSp delSp modSp mod">
        <pc:chgData name="surendra babu" userId="fd2be13734b9414b" providerId="LiveId" clId="{054FD4C4-80EB-4CA1-8DAE-ADCDE5472283}" dt="2026-10-15T17:20:37.596" v="3261"/>
        <pc:sldMkLst>
          <pc:docMk/>
          <pc:sldMk cId="3468158922" sldId="414"/>
        </pc:sldMkLst>
        <pc:spChg chg="mod">
          <ac:chgData name="surendra babu" userId="fd2be13734b9414b" providerId="LiveId" clId="{054FD4C4-80EB-4CA1-8DAE-ADCDE5472283}" dt="2026-10-15T17:20:25.393" v="2500" actId="20577"/>
          <ac:spMkLst>
            <pc:docMk/>
            <pc:sldMk cId="3468158922" sldId="414"/>
            <ac:spMk id="3" creationId="{C439DC45-644F-4D99-9AA1-A718CE29526B}"/>
          </ac:spMkLst>
        </pc:spChg>
        <pc:spChg chg="add mod ord">
          <ac:chgData name="surendra babu" userId="fd2be13734b9414b" providerId="LiveId" clId="{054FD4C4-80EB-4CA1-8DAE-ADCDE5472283}" dt="2026-10-15T17:20:37.596" v="3261"/>
          <ac:spMkLst>
            <pc:docMk/>
            <pc:sldMk cId="3468158922" sldId="414"/>
            <ac:spMk id="4" creationId="{5751007A-85FC-F7CF-EAA7-717835FB2F87}"/>
          </ac:spMkLst>
        </pc:spChg>
        <pc:spChg chg="del">
          <ac:chgData name="surendra babu" userId="fd2be13734b9414b" providerId="LiveId" clId="{054FD4C4-80EB-4CA1-8DAE-ADCDE5472283}" dt="2026-10-15T17:19:57.969" v="516"/>
          <ac:spMkLst>
            <pc:docMk/>
            <pc:sldMk cId="3468158922" sldId="414"/>
            <ac:spMk id="71" creationId="{00000000-0000-0000-0000-000000000000}"/>
          </ac:spMkLst>
        </pc:spChg>
        <pc:grpChg chg="mod ord">
          <ac:chgData name="surendra babu" userId="fd2be13734b9414b" providerId="LiveId" clId="{054FD4C4-80EB-4CA1-8DAE-ADCDE5472283}" dt="2026-10-15T17:20:37.594" v="3259"/>
          <ac:grpSpMkLst>
            <pc:docMk/>
            <pc:sldMk cId="3468158922" sldId="414"/>
            <ac:grpSpMk id="5" creationId="{B90C0D9A-991B-420F-9464-F53511A26745}"/>
          </ac:grpSpMkLst>
        </pc:grpChg>
        <pc:picChg chg="mod">
          <ac:chgData name="surendra babu" userId="fd2be13734b9414b" providerId="LiveId" clId="{054FD4C4-80EB-4CA1-8DAE-ADCDE5472283}" dt="2026-10-15T17:20:07.171" v="1401"/>
          <ac:picMkLst>
            <pc:docMk/>
            <pc:sldMk cId="3468158922" sldId="414"/>
            <ac:picMk id="2" creationId="{166C0491-8620-4BD2-976B-5C89E4DF74C7}"/>
          </ac:picMkLst>
        </pc:picChg>
      </pc:sldChg>
      <pc:sldChg chg="addSp delSp modSp mod modAnim">
        <pc:chgData name="surendra babu" userId="fd2be13734b9414b" providerId="LiveId" clId="{054FD4C4-80EB-4CA1-8DAE-ADCDE5472283}" dt="2026-10-15T17:20:36.807" v="3183"/>
        <pc:sldMkLst>
          <pc:docMk/>
          <pc:sldMk cId="1647716618" sldId="421"/>
        </pc:sldMkLst>
        <pc:spChg chg="add mod ord">
          <ac:chgData name="surendra babu" userId="fd2be13734b9414b" providerId="LiveId" clId="{054FD4C4-80EB-4CA1-8DAE-ADCDE5472283}" dt="2026-10-15T17:20:36.807" v="3183"/>
          <ac:spMkLst>
            <pc:docMk/>
            <pc:sldMk cId="1647716618" sldId="421"/>
            <ac:spMk id="2" creationId="{991C86E3-1AD8-FD9A-F521-F0C74FAFE505}"/>
          </ac:spMkLst>
        </pc:spChg>
        <pc:spChg chg="mod ord">
          <ac:chgData name="surendra babu" userId="fd2be13734b9414b" providerId="LiveId" clId="{054FD4C4-80EB-4CA1-8DAE-ADCDE5472283}" dt="2026-10-15T17:20:36.804" v="3181"/>
          <ac:spMkLst>
            <pc:docMk/>
            <pc:sldMk cId="1647716618" sldId="421"/>
            <ac:spMk id="57" creationId="{00000000-0000-0000-0000-000000000000}"/>
          </ac:spMkLst>
        </pc:spChg>
        <pc:spChg chg="del">
          <ac:chgData name="surendra babu" userId="fd2be13734b9414b" providerId="LiveId" clId="{054FD4C4-80EB-4CA1-8DAE-ADCDE5472283}" dt="2026-10-15T17:19:53.060" v="80"/>
          <ac:spMkLst>
            <pc:docMk/>
            <pc:sldMk cId="1647716618" sldId="421"/>
            <ac:spMk id="58" creationId="{00000000-0000-0000-0000-000000000000}"/>
          </ac:spMkLst>
        </pc:spChg>
      </pc:sldChg>
      <pc:sldChg chg="addSp delSp modSp mod">
        <pc:chgData name="surendra babu" userId="fd2be13734b9414b" providerId="LiveId" clId="{054FD4C4-80EB-4CA1-8DAE-ADCDE5472283}" dt="2026-10-15T17:20:36.834" v="3187"/>
        <pc:sldMkLst>
          <pc:docMk/>
          <pc:sldMk cId="3652179627" sldId="423"/>
        </pc:sldMkLst>
        <pc:spChg chg="add mod ord">
          <ac:chgData name="surendra babu" userId="fd2be13734b9414b" providerId="LiveId" clId="{054FD4C4-80EB-4CA1-8DAE-ADCDE5472283}" dt="2026-10-15T17:20:36.834" v="3187"/>
          <ac:spMkLst>
            <pc:docMk/>
            <pc:sldMk cId="3652179627" sldId="423"/>
            <ac:spMk id="2" creationId="{A980C643-3716-D55B-2A50-0713B63CC13E}"/>
          </ac:spMkLst>
        </pc:spChg>
        <pc:spChg chg="mod ord">
          <ac:chgData name="surendra babu" userId="fd2be13734b9414b" providerId="LiveId" clId="{054FD4C4-80EB-4CA1-8DAE-ADCDE5472283}" dt="2026-10-15T17:20:36.831" v="3185"/>
          <ac:spMkLst>
            <pc:docMk/>
            <pc:sldMk cId="3652179627" sldId="423"/>
            <ac:spMk id="57" creationId="{00000000-0000-0000-0000-000000000000}"/>
          </ac:spMkLst>
        </pc:spChg>
        <pc:spChg chg="del">
          <ac:chgData name="surendra babu" userId="fd2be13734b9414b" providerId="LiveId" clId="{054FD4C4-80EB-4CA1-8DAE-ADCDE5472283}" dt="2026-10-15T17:19:53.273" v="98"/>
          <ac:spMkLst>
            <pc:docMk/>
            <pc:sldMk cId="3652179627" sldId="423"/>
            <ac:spMk id="58" creationId="{00000000-0000-0000-0000-000000000000}"/>
          </ac:spMkLst>
        </pc:spChg>
      </pc:sldChg>
      <pc:sldChg chg="addSp delSp modSp mod">
        <pc:chgData name="surendra babu" userId="fd2be13734b9414b" providerId="LiveId" clId="{054FD4C4-80EB-4CA1-8DAE-ADCDE5472283}" dt="2026-10-15T17:20:36.861" v="3191"/>
        <pc:sldMkLst>
          <pc:docMk/>
          <pc:sldMk cId="3200415039" sldId="425"/>
        </pc:sldMkLst>
        <pc:spChg chg="add mod ord">
          <ac:chgData name="surendra babu" userId="fd2be13734b9414b" providerId="LiveId" clId="{054FD4C4-80EB-4CA1-8DAE-ADCDE5472283}" dt="2026-10-15T17:20:36.861" v="3191"/>
          <ac:spMkLst>
            <pc:docMk/>
            <pc:sldMk cId="3200415039" sldId="425"/>
            <ac:spMk id="2" creationId="{3770DF53-334F-DA6A-80C1-0D498E4CF690}"/>
          </ac:spMkLst>
        </pc:spChg>
        <pc:spChg chg="mod ord">
          <ac:chgData name="surendra babu" userId="fd2be13734b9414b" providerId="LiveId" clId="{054FD4C4-80EB-4CA1-8DAE-ADCDE5472283}" dt="2026-10-15T17:20:36.858" v="3189"/>
          <ac:spMkLst>
            <pc:docMk/>
            <pc:sldMk cId="3200415039" sldId="425"/>
            <ac:spMk id="57" creationId="{00000000-0000-0000-0000-000000000000}"/>
          </ac:spMkLst>
        </pc:spChg>
        <pc:spChg chg="del">
          <ac:chgData name="surendra babu" userId="fd2be13734b9414b" providerId="LiveId" clId="{054FD4C4-80EB-4CA1-8DAE-ADCDE5472283}" dt="2026-10-15T17:19:53.477" v="116"/>
          <ac:spMkLst>
            <pc:docMk/>
            <pc:sldMk cId="3200415039" sldId="425"/>
            <ac:spMk id="58" creationId="{00000000-0000-0000-0000-000000000000}"/>
          </ac:spMkLst>
        </pc:spChg>
      </pc:sldChg>
      <pc:sldChg chg="modSp mod">
        <pc:chgData name="surendra babu" userId="fd2be13734b9414b" providerId="LiveId" clId="{054FD4C4-80EB-4CA1-8DAE-ADCDE5472283}" dt="2026-10-15T17:20:38.187" v="3301"/>
        <pc:sldMkLst>
          <pc:docMk/>
          <pc:sldMk cId="209068656" sldId="427"/>
        </pc:sldMkLst>
        <pc:spChg chg="mod ord">
          <ac:chgData name="surendra babu" userId="fd2be13734b9414b" providerId="LiveId" clId="{054FD4C4-80EB-4CA1-8DAE-ADCDE5472283}" dt="2026-10-15T17:20:38.187" v="3301"/>
          <ac:spMkLst>
            <pc:docMk/>
            <pc:sldMk cId="209068656" sldId="427"/>
            <ac:spMk id="2" creationId="{3AD97A03-4862-4B5F-AD92-D3DB3EBA6A46}"/>
          </ac:spMkLst>
        </pc:spChg>
        <pc:spChg chg="mod">
          <ac:chgData name="surendra babu" userId="fd2be13734b9414b" providerId="LiveId" clId="{054FD4C4-80EB-4CA1-8DAE-ADCDE5472283}" dt="2026-10-15T17:20:31.751" v="2843" actId="790"/>
          <ac:spMkLst>
            <pc:docMk/>
            <pc:sldMk cId="209068656" sldId="427"/>
            <ac:spMk id="3" creationId="{0E1A1E2D-A456-49C2-AB6E-7E2493E7F93F}"/>
          </ac:spMkLst>
        </pc:spChg>
        <pc:spChg chg="mod">
          <ac:chgData name="surendra babu" userId="fd2be13734b9414b" providerId="LiveId" clId="{054FD4C4-80EB-4CA1-8DAE-ADCDE5472283}" dt="2026-10-15T17:20:31.788" v="2845" actId="790"/>
          <ac:spMkLst>
            <pc:docMk/>
            <pc:sldMk cId="209068656" sldId="427"/>
            <ac:spMk id="4" creationId="{02DA9332-1DF0-4771-B31E-10EB0FB27708}"/>
          </ac:spMkLst>
        </pc:spChg>
      </pc:sldChg>
      <pc:sldChg chg="addSp delSp modSp mod">
        <pc:chgData name="surendra babu" userId="fd2be13734b9414b" providerId="LiveId" clId="{054FD4C4-80EB-4CA1-8DAE-ADCDE5472283}" dt="2026-10-15T17:20:38.130" v="3297"/>
        <pc:sldMkLst>
          <pc:docMk/>
          <pc:sldMk cId="3193490220" sldId="428"/>
        </pc:sldMkLst>
        <pc:spChg chg="add mod ord">
          <ac:chgData name="surendra babu" userId="fd2be13734b9414b" providerId="LiveId" clId="{054FD4C4-80EB-4CA1-8DAE-ADCDE5472283}" dt="2026-10-15T17:20:38.130" v="3297"/>
          <ac:spMkLst>
            <pc:docMk/>
            <pc:sldMk cId="3193490220" sldId="428"/>
            <ac:spMk id="2" creationId="{ED7345FE-631A-356B-EBC4-863AAD072A27}"/>
          </ac:spMkLst>
        </pc:spChg>
        <pc:spChg chg="del">
          <ac:chgData name="surendra babu" userId="fd2be13734b9414b" providerId="LiveId" clId="{054FD4C4-80EB-4CA1-8DAE-ADCDE5472283}" dt="2026-10-15T17:19:50.808" v="15"/>
          <ac:spMkLst>
            <pc:docMk/>
            <pc:sldMk cId="3193490220" sldId="428"/>
            <ac:spMk id="3" creationId="{31E36B33-1F73-4E8C-AC17-64AA5023CA91}"/>
          </ac:spMkLst>
        </pc:spChg>
        <pc:spChg chg="mod">
          <ac:chgData name="surendra babu" userId="fd2be13734b9414b" providerId="LiveId" clId="{054FD4C4-80EB-4CA1-8DAE-ADCDE5472283}" dt="2026-10-15T17:20:31.397" v="2823" actId="790"/>
          <ac:spMkLst>
            <pc:docMk/>
            <pc:sldMk cId="3193490220" sldId="428"/>
            <ac:spMk id="4" creationId="{2C433795-7B37-5D2B-02E4-CD8CBD64A281}"/>
          </ac:spMkLst>
        </pc:spChg>
        <pc:spChg chg="mod">
          <ac:chgData name="surendra babu" userId="fd2be13734b9414b" providerId="LiveId" clId="{054FD4C4-80EB-4CA1-8DAE-ADCDE5472283}" dt="2026-10-15T17:20:31.438" v="2825" actId="790"/>
          <ac:spMkLst>
            <pc:docMk/>
            <pc:sldMk cId="3193490220" sldId="428"/>
            <ac:spMk id="7" creationId="{B5D472DB-0CF2-CBC3-334C-6CFD987DF5C3}"/>
          </ac:spMkLst>
        </pc:spChg>
        <pc:spChg chg="del">
          <ac:chgData name="surendra babu" userId="fd2be13734b9414b" providerId="LiveId" clId="{054FD4C4-80EB-4CA1-8DAE-ADCDE5472283}" dt="2026-10-15T17:20:00.004" v="709"/>
          <ac:spMkLst>
            <pc:docMk/>
            <pc:sldMk cId="3193490220" sldId="428"/>
            <ac:spMk id="103" creationId="{00000000-0000-0000-0000-000000000000}"/>
          </ac:spMkLst>
        </pc:spChg>
        <pc:picChg chg="mod">
          <ac:chgData name="surendra babu" userId="fd2be13734b9414b" providerId="LiveId" clId="{054FD4C4-80EB-4CA1-8DAE-ADCDE5472283}" dt="2026-10-15T17:20:09.268" v="1569"/>
          <ac:picMkLst>
            <pc:docMk/>
            <pc:sldMk cId="3193490220" sldId="428"/>
            <ac:picMk id="6" creationId="{91A91C0D-DEA5-8681-019D-AAE0534F0208}"/>
          </ac:picMkLst>
        </pc:picChg>
        <pc:picChg chg="mod">
          <ac:chgData name="surendra babu" userId="fd2be13734b9414b" providerId="LiveId" clId="{054FD4C4-80EB-4CA1-8DAE-ADCDE5472283}" dt="2026-10-15T17:20:09.304" v="1575"/>
          <ac:picMkLst>
            <pc:docMk/>
            <pc:sldMk cId="3193490220" sldId="428"/>
            <ac:picMk id="9" creationId="{9C5D9557-6411-CB48-5350-2BD0BF9186DF}"/>
          </ac:picMkLst>
        </pc:picChg>
        <pc:picChg chg="mod">
          <ac:chgData name="surendra babu" userId="fd2be13734b9414b" providerId="LiveId" clId="{054FD4C4-80EB-4CA1-8DAE-ADCDE5472283}" dt="2026-10-15T17:20:09.216" v="1557"/>
          <ac:picMkLst>
            <pc:docMk/>
            <pc:sldMk cId="3193490220" sldId="428"/>
            <ac:picMk id="35" creationId="{8781B53A-1FA6-46E0-B53B-E9B3FF0CE19E}"/>
          </ac:picMkLst>
        </pc:picChg>
        <pc:picChg chg="mod">
          <ac:chgData name="surendra babu" userId="fd2be13734b9414b" providerId="LiveId" clId="{054FD4C4-80EB-4CA1-8DAE-ADCDE5472283}" dt="2026-10-15T17:20:09.231" v="1563"/>
          <ac:picMkLst>
            <pc:docMk/>
            <pc:sldMk cId="3193490220" sldId="428"/>
            <ac:picMk id="36" creationId="{7D973CC5-B43C-4E55-B29D-AC172ECED547}"/>
          </ac:picMkLst>
        </pc:picChg>
      </pc:sldChg>
      <pc:sldChg chg="addSp delSp modSp mod">
        <pc:chgData name="surendra babu" userId="fd2be13734b9414b" providerId="LiveId" clId="{054FD4C4-80EB-4CA1-8DAE-ADCDE5472283}" dt="2026-10-15T17:20:38.559" v="3337"/>
        <pc:sldMkLst>
          <pc:docMk/>
          <pc:sldMk cId="1836992677" sldId="430"/>
        </pc:sldMkLst>
        <pc:spChg chg="mod">
          <ac:chgData name="surendra babu" userId="fd2be13734b9414b" providerId="LiveId" clId="{054FD4C4-80EB-4CA1-8DAE-ADCDE5472283}" dt="2026-10-15T17:20:35.411" v="3087"/>
          <ac:spMkLst>
            <pc:docMk/>
            <pc:sldMk cId="1836992677" sldId="430"/>
            <ac:spMk id="3" creationId="{31E36B33-1F73-4E8C-AC17-64AA5023CA91}"/>
          </ac:spMkLst>
        </pc:spChg>
        <pc:spChg chg="mod">
          <ac:chgData name="surendra babu" userId="fd2be13734b9414b" providerId="LiveId" clId="{054FD4C4-80EB-4CA1-8DAE-ADCDE5472283}" dt="2026-10-15T17:20:35.438" v="3089" actId="790"/>
          <ac:spMkLst>
            <pc:docMk/>
            <pc:sldMk cId="1836992677" sldId="430"/>
            <ac:spMk id="5" creationId="{38F2C286-1682-4580-A968-2C9DAE4D815C}"/>
          </ac:spMkLst>
        </pc:spChg>
        <pc:spChg chg="add mod ord">
          <ac:chgData name="surendra babu" userId="fd2be13734b9414b" providerId="LiveId" clId="{054FD4C4-80EB-4CA1-8DAE-ADCDE5472283}" dt="2026-10-15T17:20:38.559" v="3337"/>
          <ac:spMkLst>
            <pc:docMk/>
            <pc:sldMk cId="1836992677" sldId="430"/>
            <ac:spMk id="6" creationId="{FF0A5AFA-CFAB-E239-2AC9-8FA62A12E75B}"/>
          </ac:spMkLst>
        </pc:spChg>
        <pc:spChg chg="mod">
          <ac:chgData name="surendra babu" userId="fd2be13734b9414b" providerId="LiveId" clId="{054FD4C4-80EB-4CA1-8DAE-ADCDE5472283}" dt="2026-10-15T17:20:35.469" v="3091" actId="790"/>
          <ac:spMkLst>
            <pc:docMk/>
            <pc:sldMk cId="1836992677" sldId="430"/>
            <ac:spMk id="8" creationId="{2FF8A27F-56B0-40FF-AF4E-C9340C51B366}"/>
          </ac:spMkLst>
        </pc:spChg>
        <pc:spChg chg="del">
          <ac:chgData name="surendra babu" userId="fd2be13734b9414b" providerId="LiveId" clId="{054FD4C4-80EB-4CA1-8DAE-ADCDE5472283}" dt="2026-10-15T17:20:01.761" v="893"/>
          <ac:spMkLst>
            <pc:docMk/>
            <pc:sldMk cId="1836992677" sldId="430"/>
            <ac:spMk id="103" creationId="{00000000-0000-0000-0000-000000000000}"/>
          </ac:spMkLst>
        </pc:spChg>
        <pc:grpChg chg="mod">
          <ac:chgData name="surendra babu" userId="fd2be13734b9414b" providerId="LiveId" clId="{054FD4C4-80EB-4CA1-8DAE-ADCDE5472283}" dt="2026-10-15T17:20:10.744" v="1662"/>
          <ac:grpSpMkLst>
            <pc:docMk/>
            <pc:sldMk cId="1836992677" sldId="430"/>
            <ac:grpSpMk id="2" creationId="{38EDA473-CFCF-4158-9507-EC1DE3814467}"/>
          </ac:grpSpMkLst>
        </pc:grpChg>
        <pc:picChg chg="mod">
          <ac:chgData name="surendra babu" userId="fd2be13734b9414b" providerId="LiveId" clId="{054FD4C4-80EB-4CA1-8DAE-ADCDE5472283}" dt="2026-10-15T17:20:10.757" v="1668"/>
          <ac:picMkLst>
            <pc:docMk/>
            <pc:sldMk cId="1836992677" sldId="430"/>
            <ac:picMk id="4" creationId="{442A4634-1C84-3C3F-E5DE-71FE2707A5E3}"/>
          </ac:picMkLst>
        </pc:picChg>
      </pc:sldChg>
      <pc:sldChg chg="addSp delSp modSp mod">
        <pc:chgData name="surendra babu" userId="fd2be13734b9414b" providerId="LiveId" clId="{054FD4C4-80EB-4CA1-8DAE-ADCDE5472283}" dt="2026-10-15T17:20:38.588" v="3339"/>
        <pc:sldMkLst>
          <pc:docMk/>
          <pc:sldMk cId="2596058514" sldId="431"/>
        </pc:sldMkLst>
        <pc:spChg chg="add mod ord">
          <ac:chgData name="surendra babu" userId="fd2be13734b9414b" providerId="LiveId" clId="{054FD4C4-80EB-4CA1-8DAE-ADCDE5472283}" dt="2026-10-15T17:20:38.588" v="3339"/>
          <ac:spMkLst>
            <pc:docMk/>
            <pc:sldMk cId="2596058514" sldId="431"/>
            <ac:spMk id="2" creationId="{CCE59AFD-5008-C553-8C2C-93CDD044EBD2}"/>
          </ac:spMkLst>
        </pc:spChg>
        <pc:spChg chg="mod">
          <ac:chgData name="surendra babu" userId="fd2be13734b9414b" providerId="LiveId" clId="{054FD4C4-80EB-4CA1-8DAE-ADCDE5472283}" dt="2026-10-15T17:20:35.530" v="3095" actId="790"/>
          <ac:spMkLst>
            <pc:docMk/>
            <pc:sldMk cId="2596058514" sldId="431"/>
            <ac:spMk id="5" creationId="{38F2C286-1682-4580-A968-2C9DAE4D815C}"/>
          </ac:spMkLst>
        </pc:spChg>
        <pc:spChg chg="mod">
          <ac:chgData name="surendra babu" userId="fd2be13734b9414b" providerId="LiveId" clId="{054FD4C4-80EB-4CA1-8DAE-ADCDE5472283}" dt="2026-10-15T17:20:35.573" v="3098" actId="790"/>
          <ac:spMkLst>
            <pc:docMk/>
            <pc:sldMk cId="2596058514" sldId="431"/>
            <ac:spMk id="19" creationId="{3EFBCE90-C686-4E4F-9AF4-4D6FF2761D3B}"/>
          </ac:spMkLst>
        </pc:spChg>
        <pc:spChg chg="mod">
          <ac:chgData name="surendra babu" userId="fd2be13734b9414b" providerId="LiveId" clId="{054FD4C4-80EB-4CA1-8DAE-ADCDE5472283}" dt="2026-10-15T17:20:35.616" v="3101" actId="790"/>
          <ac:spMkLst>
            <pc:docMk/>
            <pc:sldMk cId="2596058514" sldId="431"/>
            <ac:spMk id="20" creationId="{21EBAAFF-C340-4456-ABC0-F5E965FEAAF2}"/>
          </ac:spMkLst>
        </pc:spChg>
        <pc:spChg chg="mod">
          <ac:chgData name="surendra babu" userId="fd2be13734b9414b" providerId="LiveId" clId="{054FD4C4-80EB-4CA1-8DAE-ADCDE5472283}" dt="2026-10-15T17:20:35.643" v="3103" actId="790"/>
          <ac:spMkLst>
            <pc:docMk/>
            <pc:sldMk cId="2596058514" sldId="431"/>
            <ac:spMk id="21" creationId="{FE31CBBE-B286-4C79-B770-847D17244D61}"/>
          </ac:spMkLst>
        </pc:spChg>
        <pc:spChg chg="mod">
          <ac:chgData name="surendra babu" userId="fd2be13734b9414b" providerId="LiveId" clId="{054FD4C4-80EB-4CA1-8DAE-ADCDE5472283}" dt="2026-10-15T17:20:35.673" v="3105" actId="790"/>
          <ac:spMkLst>
            <pc:docMk/>
            <pc:sldMk cId="2596058514" sldId="431"/>
            <ac:spMk id="22" creationId="{5A0B1619-1E36-4919-B37F-D9A330103A87}"/>
          </ac:spMkLst>
        </pc:spChg>
        <pc:spChg chg="del">
          <ac:chgData name="surendra babu" userId="fd2be13734b9414b" providerId="LiveId" clId="{054FD4C4-80EB-4CA1-8DAE-ADCDE5472283}" dt="2026-10-15T17:20:01.920" v="911"/>
          <ac:spMkLst>
            <pc:docMk/>
            <pc:sldMk cId="2596058514" sldId="431"/>
            <ac:spMk id="103" creationId="{00000000-0000-0000-0000-000000000000}"/>
          </ac:spMkLst>
        </pc:spChg>
        <pc:grpChg chg="mod">
          <ac:chgData name="surendra babu" userId="fd2be13734b9414b" providerId="LiveId" clId="{054FD4C4-80EB-4CA1-8DAE-ADCDE5472283}" dt="2026-10-15T17:20:10.931" v="1680"/>
          <ac:grpSpMkLst>
            <pc:docMk/>
            <pc:sldMk cId="2596058514" sldId="431"/>
            <ac:grpSpMk id="18" creationId="{E1CDB217-E4A3-46BB-A80D-E73BEB3F49E8}"/>
          </ac:grpSpMkLst>
        </pc:grpChg>
      </pc:sldChg>
      <pc:sldChg chg="addSp delSp modSp mod">
        <pc:chgData name="surendra babu" userId="fd2be13734b9414b" providerId="LiveId" clId="{054FD4C4-80EB-4CA1-8DAE-ADCDE5472283}" dt="2026-10-15T17:20:36.756" v="3177"/>
        <pc:sldMkLst>
          <pc:docMk/>
          <pc:sldMk cId="4025951493" sldId="433"/>
        </pc:sldMkLst>
        <pc:spChg chg="add mod ord">
          <ac:chgData name="surendra babu" userId="fd2be13734b9414b" providerId="LiveId" clId="{054FD4C4-80EB-4CA1-8DAE-ADCDE5472283}" dt="2026-10-15T17:20:36.756" v="3177"/>
          <ac:spMkLst>
            <pc:docMk/>
            <pc:sldMk cId="4025951493" sldId="433"/>
            <ac:spMk id="2" creationId="{87904B74-5F77-A8D0-6E33-9840E6C3184E}"/>
          </ac:spMkLst>
        </pc:spChg>
        <pc:spChg chg="del">
          <ac:chgData name="surendra babu" userId="fd2be13734b9414b" providerId="LiveId" clId="{054FD4C4-80EB-4CA1-8DAE-ADCDE5472283}" dt="2026-10-15T17:19:52.593" v="44"/>
          <ac:spMkLst>
            <pc:docMk/>
            <pc:sldMk cId="4025951493" sldId="433"/>
            <ac:spMk id="4" creationId="{EC1E7147-9EF3-47CF-95FB-DE5A76C199B3}"/>
          </ac:spMkLst>
        </pc:spChg>
        <pc:spChg chg="mod">
          <ac:chgData name="surendra babu" userId="fd2be13734b9414b" providerId="LiveId" clId="{054FD4C4-80EB-4CA1-8DAE-ADCDE5472283}" dt="2026-10-15T17:20:16.170" v="1861" actId="790"/>
          <ac:spMkLst>
            <pc:docMk/>
            <pc:sldMk cId="4025951493" sldId="433"/>
            <ac:spMk id="5" creationId="{592DCAE8-1BB0-47B5-8204-E9EC9080E7D9}"/>
          </ac:spMkLst>
        </pc:spChg>
        <pc:spChg chg="mod">
          <ac:chgData name="surendra babu" userId="fd2be13734b9414b" providerId="LiveId" clId="{054FD4C4-80EB-4CA1-8DAE-ADCDE5472283}" dt="2026-10-15T17:20:16.142" v="1859"/>
          <ac:spMkLst>
            <pc:docMk/>
            <pc:sldMk cId="4025951493" sldId="433"/>
            <ac:spMk id="57" creationId="{00000000-0000-0000-0000-000000000000}"/>
          </ac:spMkLst>
        </pc:spChg>
      </pc:sldChg>
      <pc:sldChg chg="addSp delSp modSp mod">
        <pc:chgData name="surendra babu" userId="fd2be13734b9414b" providerId="LiveId" clId="{054FD4C4-80EB-4CA1-8DAE-ADCDE5472283}" dt="2026-10-15T17:20:37.348" v="3241"/>
        <pc:sldMkLst>
          <pc:docMk/>
          <pc:sldMk cId="1566188504" sldId="434"/>
        </pc:sldMkLst>
        <pc:spChg chg="add mod ord">
          <ac:chgData name="surendra babu" userId="fd2be13734b9414b" providerId="LiveId" clId="{054FD4C4-80EB-4CA1-8DAE-ADCDE5472283}" dt="2026-10-15T17:20:37.348" v="3241"/>
          <ac:spMkLst>
            <pc:docMk/>
            <pc:sldMk cId="1566188504" sldId="434"/>
            <ac:spMk id="3" creationId="{023C97CD-166A-2B39-693E-9BEF70125C75}"/>
          </ac:spMkLst>
        </pc:spChg>
        <pc:spChg chg="del">
          <ac:chgData name="surendra babu" userId="fd2be13734b9414b" providerId="LiveId" clId="{054FD4C4-80EB-4CA1-8DAE-ADCDE5472283}" dt="2026-10-15T17:19:56.601" v="390"/>
          <ac:spMkLst>
            <pc:docMk/>
            <pc:sldMk cId="1566188504" sldId="434"/>
            <ac:spMk id="71" creationId="{00000000-0000-0000-0000-000000000000}"/>
          </ac:spMkLst>
        </pc:spChg>
        <pc:spChg chg="mod">
          <ac:chgData name="surendra babu" userId="fd2be13734b9414b" providerId="LiveId" clId="{054FD4C4-80EB-4CA1-8DAE-ADCDE5472283}" dt="2026-10-15T17:20:23.068" v="2357"/>
          <ac:spMkLst>
            <pc:docMk/>
            <pc:sldMk cId="1566188504" sldId="434"/>
            <ac:spMk id="72" creationId="{00000000-0000-0000-0000-000000000000}"/>
          </ac:spMkLst>
        </pc:spChg>
        <pc:spChg chg="mod">
          <ac:chgData name="surendra babu" userId="fd2be13734b9414b" providerId="LiveId" clId="{054FD4C4-80EB-4CA1-8DAE-ADCDE5472283}" dt="2026-10-15T17:20:23.120" v="2361" actId="790"/>
          <ac:spMkLst>
            <pc:docMk/>
            <pc:sldMk cId="1566188504" sldId="434"/>
            <ac:spMk id="73" creationId="{00000000-0000-0000-0000-000000000000}"/>
          </ac:spMkLst>
        </pc:spChg>
        <pc:picChg chg="mod">
          <ac:chgData name="surendra babu" userId="fd2be13734b9414b" providerId="LiveId" clId="{054FD4C4-80EB-4CA1-8DAE-ADCDE5472283}" dt="2026-10-15T17:20:06.146" v="1293"/>
          <ac:picMkLst>
            <pc:docMk/>
            <pc:sldMk cId="1566188504" sldId="434"/>
            <ac:picMk id="2" creationId="{2C04359C-0658-41A6-B45A-B3952779E830}"/>
          </ac:picMkLst>
        </pc:picChg>
      </pc:sldChg>
      <pc:sldChg chg="addSp delSp modSp mod">
        <pc:chgData name="surendra babu" userId="fd2be13734b9414b" providerId="LiveId" clId="{054FD4C4-80EB-4CA1-8DAE-ADCDE5472283}" dt="2026-10-15T17:20:37.208" v="3231"/>
        <pc:sldMkLst>
          <pc:docMk/>
          <pc:sldMk cId="2293401222" sldId="435"/>
        </pc:sldMkLst>
        <pc:spChg chg="add mod ord">
          <ac:chgData name="surendra babu" userId="fd2be13734b9414b" providerId="LiveId" clId="{054FD4C4-80EB-4CA1-8DAE-ADCDE5472283}" dt="2026-10-15T17:20:37.208" v="3231"/>
          <ac:spMkLst>
            <pc:docMk/>
            <pc:sldMk cId="2293401222" sldId="435"/>
            <ac:spMk id="2" creationId="{4FE58AF7-85D7-30D9-9491-60A6729798BD}"/>
          </ac:spMkLst>
        </pc:spChg>
        <pc:spChg chg="del">
          <ac:chgData name="surendra babu" userId="fd2be13734b9414b" providerId="LiveId" clId="{054FD4C4-80EB-4CA1-8DAE-ADCDE5472283}" dt="2026-10-15T17:19:55.569" v="300"/>
          <ac:spMkLst>
            <pc:docMk/>
            <pc:sldMk cId="2293401222" sldId="435"/>
            <ac:spMk id="71" creationId="{00000000-0000-0000-0000-000000000000}"/>
          </ac:spMkLst>
        </pc:spChg>
        <pc:spChg chg="mod">
          <ac:chgData name="surendra babu" userId="fd2be13734b9414b" providerId="LiveId" clId="{054FD4C4-80EB-4CA1-8DAE-ADCDE5472283}" dt="2026-10-15T17:20:20.835" v="2206" actId="790"/>
          <ac:spMkLst>
            <pc:docMk/>
            <pc:sldMk cId="2293401222" sldId="435"/>
            <ac:spMk id="72" creationId="{00000000-0000-0000-0000-000000000000}"/>
          </ac:spMkLst>
        </pc:spChg>
        <pc:picChg chg="mod">
          <ac:chgData name="surendra babu" userId="fd2be13734b9414b" providerId="LiveId" clId="{054FD4C4-80EB-4CA1-8DAE-ADCDE5472283}" dt="2026-10-15T17:20:05.388" v="1209"/>
          <ac:picMkLst>
            <pc:docMk/>
            <pc:sldMk cId="2293401222" sldId="435"/>
            <ac:picMk id="3" creationId="{1B6B6840-77D1-41B6-92EB-E90DAB42480E}"/>
          </ac:picMkLst>
        </pc:picChg>
        <pc:picChg chg="mod">
          <ac:chgData name="surendra babu" userId="fd2be13734b9414b" providerId="LiveId" clId="{054FD4C4-80EB-4CA1-8DAE-ADCDE5472283}" dt="2026-10-15T17:20:05.401" v="1215"/>
          <ac:picMkLst>
            <pc:docMk/>
            <pc:sldMk cId="2293401222" sldId="435"/>
            <ac:picMk id="5" creationId="{F2193FD5-9766-4F44-BEF0-BBB762528D01}"/>
          </ac:picMkLst>
        </pc:picChg>
        <pc:picChg chg="mod">
          <ac:chgData name="surendra babu" userId="fd2be13734b9414b" providerId="LiveId" clId="{054FD4C4-80EB-4CA1-8DAE-ADCDE5472283}" dt="2026-10-15T17:20:05.375" v="1203"/>
          <ac:picMkLst>
            <pc:docMk/>
            <pc:sldMk cId="2293401222" sldId="435"/>
            <ac:picMk id="7" creationId="{C7BBCCA6-98DE-4768-877D-D108D56251A1}"/>
          </ac:picMkLst>
        </pc:picChg>
      </pc:sldChg>
      <pc:sldChg chg="addSp delSp modSp mod">
        <pc:chgData name="surendra babu" userId="fd2be13734b9414b" providerId="LiveId" clId="{054FD4C4-80EB-4CA1-8DAE-ADCDE5472283}" dt="2026-10-15T17:20:38.284" v="3309"/>
        <pc:sldMkLst>
          <pc:docMk/>
          <pc:sldMk cId="3988923565" sldId="439"/>
        </pc:sldMkLst>
        <pc:spChg chg="add mod ord">
          <ac:chgData name="surendra babu" userId="fd2be13734b9414b" providerId="LiveId" clId="{054FD4C4-80EB-4CA1-8DAE-ADCDE5472283}" dt="2026-10-15T17:20:38.284" v="3309"/>
          <ac:spMkLst>
            <pc:docMk/>
            <pc:sldMk cId="3988923565" sldId="439"/>
            <ac:spMk id="2" creationId="{04557F7D-A2E7-76A4-ED5E-7B15D47ACB62}"/>
          </ac:spMkLst>
        </pc:spChg>
        <pc:spChg chg="mod">
          <ac:chgData name="surendra babu" userId="fd2be13734b9414b" providerId="LiveId" clId="{054FD4C4-80EB-4CA1-8DAE-ADCDE5472283}" dt="2026-10-15T17:20:32.835" v="2913" actId="790"/>
          <ac:spMkLst>
            <pc:docMk/>
            <pc:sldMk cId="3988923565" sldId="439"/>
            <ac:spMk id="4" creationId="{9C45A62D-4C5F-4E2F-A8E0-09BB0185E656}"/>
          </ac:spMkLst>
        </pc:spChg>
        <pc:spChg chg="del">
          <ac:chgData name="surendra babu" userId="fd2be13734b9414b" providerId="LiveId" clId="{054FD4C4-80EB-4CA1-8DAE-ADCDE5472283}" dt="2026-10-15T17:20:00.727" v="781"/>
          <ac:spMkLst>
            <pc:docMk/>
            <pc:sldMk cId="3988923565" sldId="439"/>
            <ac:spMk id="169" creationId="{00000000-0000-0000-0000-000000000000}"/>
          </ac:spMkLst>
        </pc:spChg>
        <pc:spChg chg="mod">
          <ac:chgData name="surendra babu" userId="fd2be13734b9414b" providerId="LiveId" clId="{054FD4C4-80EB-4CA1-8DAE-ADCDE5472283}" dt="2026-10-15T17:20:32.807" v="2911" actId="790"/>
          <ac:spMkLst>
            <pc:docMk/>
            <pc:sldMk cId="3988923565" sldId="439"/>
            <ac:spMk id="170" creationId="{00000000-0000-0000-0000-000000000000}"/>
          </ac:spMkLst>
        </pc:spChg>
      </pc:sldChg>
      <pc:sldChg chg="addSp modSp mod">
        <pc:chgData name="surendra babu" userId="fd2be13734b9414b" providerId="LiveId" clId="{054FD4C4-80EB-4CA1-8DAE-ADCDE5472283}" dt="2026-10-15T17:20:38.518" v="3335"/>
        <pc:sldMkLst>
          <pc:docMk/>
          <pc:sldMk cId="1340947418" sldId="441"/>
        </pc:sldMkLst>
        <pc:spChg chg="add mod ord">
          <ac:chgData name="surendra babu" userId="fd2be13734b9414b" providerId="LiveId" clId="{054FD4C4-80EB-4CA1-8DAE-ADCDE5472283}" dt="2026-10-15T17:20:38.518" v="3335"/>
          <ac:spMkLst>
            <pc:docMk/>
            <pc:sldMk cId="1340947418" sldId="441"/>
            <ac:spMk id="2" creationId="{D086038B-C09E-25F2-BA18-D38BE9EC38A4}"/>
          </ac:spMkLst>
        </pc:spChg>
        <pc:spChg chg="mod ord">
          <ac:chgData name="surendra babu" userId="fd2be13734b9414b" providerId="LiveId" clId="{054FD4C4-80EB-4CA1-8DAE-ADCDE5472283}" dt="2026-10-15T17:20:38.515" v="3333"/>
          <ac:spMkLst>
            <pc:docMk/>
            <pc:sldMk cId="1340947418" sldId="441"/>
            <ac:spMk id="170" creationId="{00000000-0000-0000-0000-000000000000}"/>
          </ac:spMkLst>
        </pc:spChg>
      </pc:sldChg>
      <pc:sldChg chg="addSp delSp modSp mod">
        <pc:chgData name="surendra babu" userId="fd2be13734b9414b" providerId="LiveId" clId="{054FD4C4-80EB-4CA1-8DAE-ADCDE5472283}" dt="2026-10-15T17:20:38.387" v="3321"/>
        <pc:sldMkLst>
          <pc:docMk/>
          <pc:sldMk cId="2536601278" sldId="443"/>
        </pc:sldMkLst>
        <pc:spChg chg="mod">
          <ac:chgData name="surendra babu" userId="fd2be13734b9414b" providerId="LiveId" clId="{054FD4C4-80EB-4CA1-8DAE-ADCDE5472283}" dt="2026-10-15T17:20:34.752" v="3037" actId="790"/>
          <ac:spMkLst>
            <pc:docMk/>
            <pc:sldMk cId="2536601278" sldId="443"/>
            <ac:spMk id="2" creationId="{49F21D2B-2D7B-E570-567A-BF982706CB73}"/>
          </ac:spMkLst>
        </pc:spChg>
        <pc:spChg chg="mod">
          <ac:chgData name="surendra babu" userId="fd2be13734b9414b" providerId="LiveId" clId="{054FD4C4-80EB-4CA1-8DAE-ADCDE5472283}" dt="2026-10-15T17:20:34.460" v="3016" actId="790"/>
          <ac:spMkLst>
            <pc:docMk/>
            <pc:sldMk cId="2536601278" sldId="443"/>
            <ac:spMk id="3" creationId="{F5A472EF-EEDC-E85F-32CF-5BEF16916562}"/>
          </ac:spMkLst>
        </pc:spChg>
        <pc:spChg chg="add mod ord">
          <ac:chgData name="surendra babu" userId="fd2be13734b9414b" providerId="LiveId" clId="{054FD4C4-80EB-4CA1-8DAE-ADCDE5472283}" dt="2026-10-15T17:20:38.387" v="3321"/>
          <ac:spMkLst>
            <pc:docMk/>
            <pc:sldMk cId="2536601278" sldId="443"/>
            <ac:spMk id="4" creationId="{9029DD2D-4B4D-7591-B396-0A3DF610DDD1}"/>
          </ac:spMkLst>
        </pc:spChg>
        <pc:spChg chg="mod">
          <ac:chgData name="surendra babu" userId="fd2be13734b9414b" providerId="LiveId" clId="{054FD4C4-80EB-4CA1-8DAE-ADCDE5472283}" dt="2026-10-15T17:20:34.488" v="3018" actId="790"/>
          <ac:spMkLst>
            <pc:docMk/>
            <pc:sldMk cId="2536601278" sldId="443"/>
            <ac:spMk id="5" creationId="{B728C8B9-A6FE-8BFD-B8E8-D23862EC1710}"/>
          </ac:spMkLst>
        </pc:spChg>
        <pc:spChg chg="mod">
          <ac:chgData name="surendra babu" userId="fd2be13734b9414b" providerId="LiveId" clId="{054FD4C4-80EB-4CA1-8DAE-ADCDE5472283}" dt="2026-10-15T17:20:34.514" v="3020" actId="790"/>
          <ac:spMkLst>
            <pc:docMk/>
            <pc:sldMk cId="2536601278" sldId="443"/>
            <ac:spMk id="7" creationId="{9D1F8888-384D-672F-5F26-A29205AEC8A8}"/>
          </ac:spMkLst>
        </pc:spChg>
        <pc:spChg chg="mod">
          <ac:chgData name="surendra babu" userId="fd2be13734b9414b" providerId="LiveId" clId="{054FD4C4-80EB-4CA1-8DAE-ADCDE5472283}" dt="2026-10-15T17:20:34.542" v="3022" actId="790"/>
          <ac:spMkLst>
            <pc:docMk/>
            <pc:sldMk cId="2536601278" sldId="443"/>
            <ac:spMk id="9" creationId="{8831E7C6-B1AA-81DC-D569-CE8E07EFCA1F}"/>
          </ac:spMkLst>
        </pc:spChg>
        <pc:spChg chg="mod">
          <ac:chgData name="surendra babu" userId="fd2be13734b9414b" providerId="LiveId" clId="{054FD4C4-80EB-4CA1-8DAE-ADCDE5472283}" dt="2026-10-15T17:20:34.581" v="3025" actId="207"/>
          <ac:spMkLst>
            <pc:docMk/>
            <pc:sldMk cId="2536601278" sldId="443"/>
            <ac:spMk id="11" creationId="{40231214-DEFC-9442-569A-6D5AAA13166D}"/>
          </ac:spMkLst>
        </pc:spChg>
        <pc:spChg chg="mod">
          <ac:chgData name="surendra babu" userId="fd2be13734b9414b" providerId="LiveId" clId="{054FD4C4-80EB-4CA1-8DAE-ADCDE5472283}" dt="2026-10-15T17:20:34.600" v="3027" actId="790"/>
          <ac:spMkLst>
            <pc:docMk/>
            <pc:sldMk cId="2536601278" sldId="443"/>
            <ac:spMk id="13" creationId="{E9F7EDFE-BD67-928A-7C67-72711ACC356E}"/>
          </ac:spMkLst>
        </pc:spChg>
        <pc:spChg chg="mod">
          <ac:chgData name="surendra babu" userId="fd2be13734b9414b" providerId="LiveId" clId="{054FD4C4-80EB-4CA1-8DAE-ADCDE5472283}" dt="2026-10-15T17:20:34.629" v="3029" actId="790"/>
          <ac:spMkLst>
            <pc:docMk/>
            <pc:sldMk cId="2536601278" sldId="443"/>
            <ac:spMk id="15" creationId="{0B56DBEA-16FC-129D-3E7B-1E4972FA59A4}"/>
          </ac:spMkLst>
        </pc:spChg>
        <pc:spChg chg="mod">
          <ac:chgData name="surendra babu" userId="fd2be13734b9414b" providerId="LiveId" clId="{054FD4C4-80EB-4CA1-8DAE-ADCDE5472283}" dt="2026-10-15T17:20:34.657" v="3031" actId="790"/>
          <ac:spMkLst>
            <pc:docMk/>
            <pc:sldMk cId="2536601278" sldId="443"/>
            <ac:spMk id="17" creationId="{801DCEAC-81A1-8BF1-58A8-111656F1B2D9}"/>
          </ac:spMkLst>
        </pc:spChg>
        <pc:spChg chg="del">
          <ac:chgData name="surendra babu" userId="fd2be13734b9414b" providerId="LiveId" clId="{054FD4C4-80EB-4CA1-8DAE-ADCDE5472283}" dt="2026-10-15T17:20:01.078" v="817"/>
          <ac:spMkLst>
            <pc:docMk/>
            <pc:sldMk cId="2536601278" sldId="443"/>
            <ac:spMk id="169" creationId="{00000000-0000-0000-0000-000000000000}"/>
          </ac:spMkLst>
        </pc:spChg>
        <pc:spChg chg="mod">
          <ac:chgData name="surendra babu" userId="fd2be13734b9414b" providerId="LiveId" clId="{054FD4C4-80EB-4CA1-8DAE-ADCDE5472283}" dt="2026-10-15T17:20:34.429" v="3014" actId="790"/>
          <ac:spMkLst>
            <pc:docMk/>
            <pc:sldMk cId="2536601278" sldId="443"/>
            <ac:spMk id="170" creationId="{00000000-0000-0000-0000-000000000000}"/>
          </ac:spMkLst>
        </pc:spChg>
        <pc:grpChg chg="mod">
          <ac:chgData name="surendra babu" userId="fd2be13734b9414b" providerId="LiveId" clId="{054FD4C4-80EB-4CA1-8DAE-ADCDE5472283}" dt="2026-10-15T17:20:10.240" v="1647"/>
          <ac:grpSpMkLst>
            <pc:docMk/>
            <pc:sldMk cId="2536601278" sldId="443"/>
            <ac:grpSpMk id="33" creationId="{04461234-AFF1-1DBC-DF8B-28F896744E49}"/>
          </ac:grpSpMkLst>
        </pc:grpChg>
        <pc:cxnChg chg="mod">
          <ac:chgData name="surendra babu" userId="fd2be13734b9414b" providerId="LiveId" clId="{054FD4C4-80EB-4CA1-8DAE-ADCDE5472283}" dt="2026-10-15T17:20:10.151" v="1605"/>
          <ac:cxnSpMkLst>
            <pc:docMk/>
            <pc:sldMk cId="2536601278" sldId="443"/>
            <ac:cxnSpMk id="19" creationId="{C81571E2-8756-C04C-65CB-6EAF563FF474}"/>
          </ac:cxnSpMkLst>
        </pc:cxnChg>
        <pc:cxnChg chg="mod">
          <ac:chgData name="surendra babu" userId="fd2be13734b9414b" providerId="LiveId" clId="{054FD4C4-80EB-4CA1-8DAE-ADCDE5472283}" dt="2026-10-15T17:20:10.164" v="1611"/>
          <ac:cxnSpMkLst>
            <pc:docMk/>
            <pc:sldMk cId="2536601278" sldId="443"/>
            <ac:cxnSpMk id="20" creationId="{65761C5B-3F07-19CF-2CF5-8329513F2682}"/>
          </ac:cxnSpMkLst>
        </pc:cxnChg>
        <pc:cxnChg chg="mod">
          <ac:chgData name="surendra babu" userId="fd2be13734b9414b" providerId="LiveId" clId="{054FD4C4-80EB-4CA1-8DAE-ADCDE5472283}" dt="2026-10-15T17:20:10.177" v="1617"/>
          <ac:cxnSpMkLst>
            <pc:docMk/>
            <pc:sldMk cId="2536601278" sldId="443"/>
            <ac:cxnSpMk id="21" creationId="{D00C5F30-5441-D127-7EE8-8BA83ABF8F08}"/>
          </ac:cxnSpMkLst>
        </pc:cxnChg>
        <pc:cxnChg chg="mod">
          <ac:chgData name="surendra babu" userId="fd2be13734b9414b" providerId="LiveId" clId="{054FD4C4-80EB-4CA1-8DAE-ADCDE5472283}" dt="2026-10-15T17:20:10.191" v="1623"/>
          <ac:cxnSpMkLst>
            <pc:docMk/>
            <pc:sldMk cId="2536601278" sldId="443"/>
            <ac:cxnSpMk id="23" creationId="{E3DF7EC6-5C27-A1BA-4703-458B5931D48B}"/>
          </ac:cxnSpMkLst>
        </pc:cxnChg>
        <pc:cxnChg chg="mod">
          <ac:chgData name="surendra babu" userId="fd2be13734b9414b" providerId="LiveId" clId="{054FD4C4-80EB-4CA1-8DAE-ADCDE5472283}" dt="2026-10-15T17:20:10.203" v="1629"/>
          <ac:cxnSpMkLst>
            <pc:docMk/>
            <pc:sldMk cId="2536601278" sldId="443"/>
            <ac:cxnSpMk id="24" creationId="{C42BB8D2-9356-CB7F-CBE4-3194B08F52E2}"/>
          </ac:cxnSpMkLst>
        </pc:cxnChg>
        <pc:cxnChg chg="mod">
          <ac:chgData name="surendra babu" userId="fd2be13734b9414b" providerId="LiveId" clId="{054FD4C4-80EB-4CA1-8DAE-ADCDE5472283}" dt="2026-10-15T17:20:10.217" v="1635"/>
          <ac:cxnSpMkLst>
            <pc:docMk/>
            <pc:sldMk cId="2536601278" sldId="443"/>
            <ac:cxnSpMk id="25" creationId="{D5EE31AC-4DB7-7AD7-451C-017CD85E2DF6}"/>
          </ac:cxnSpMkLst>
        </pc:cxnChg>
        <pc:cxnChg chg="mod">
          <ac:chgData name="surendra babu" userId="fd2be13734b9414b" providerId="LiveId" clId="{054FD4C4-80EB-4CA1-8DAE-ADCDE5472283}" dt="2026-10-15T17:20:10.232" v="1641"/>
          <ac:cxnSpMkLst>
            <pc:docMk/>
            <pc:sldMk cId="2536601278" sldId="443"/>
            <ac:cxnSpMk id="26" creationId="{A24DD09F-5D69-863C-5424-61DC67889D64}"/>
          </ac:cxnSpMkLst>
        </pc:cxnChg>
      </pc:sldChg>
      <pc:sldChg chg="addSp modSp mod">
        <pc:chgData name="surendra babu" userId="fd2be13734b9414b" providerId="LiveId" clId="{054FD4C4-80EB-4CA1-8DAE-ADCDE5472283}" dt="2026-10-15T17:20:36.941" v="3199"/>
        <pc:sldMkLst>
          <pc:docMk/>
          <pc:sldMk cId="2050037661" sldId="444"/>
        </pc:sldMkLst>
        <pc:spChg chg="add mod ord">
          <ac:chgData name="surendra babu" userId="fd2be13734b9414b" providerId="LiveId" clId="{054FD4C4-80EB-4CA1-8DAE-ADCDE5472283}" dt="2026-10-15T17:20:36.941" v="3199"/>
          <ac:spMkLst>
            <pc:docMk/>
            <pc:sldMk cId="2050037661" sldId="444"/>
            <ac:spMk id="2" creationId="{451F89E7-31A7-89AE-E9A3-D3258E8B0D0F}"/>
          </ac:spMkLst>
        </pc:spChg>
        <pc:spChg chg="mod ord">
          <ac:chgData name="surendra babu" userId="fd2be13734b9414b" providerId="LiveId" clId="{054FD4C4-80EB-4CA1-8DAE-ADCDE5472283}" dt="2026-10-15T17:20:36.939" v="3197"/>
          <ac:spMkLst>
            <pc:docMk/>
            <pc:sldMk cId="2050037661" sldId="444"/>
            <ac:spMk id="170" creationId="{00000000-0000-0000-0000-000000000000}"/>
          </ac:spMkLst>
        </pc:spChg>
      </pc:sldChg>
      <pc:sldChg chg="addSp delSp modSp mod">
        <pc:chgData name="surendra babu" userId="fd2be13734b9414b" providerId="LiveId" clId="{054FD4C4-80EB-4CA1-8DAE-ADCDE5472283}" dt="2026-10-15T17:20:37.241" v="3233"/>
        <pc:sldMkLst>
          <pc:docMk/>
          <pc:sldMk cId="1219483958" sldId="445"/>
        </pc:sldMkLst>
        <pc:spChg chg="add mod ord">
          <ac:chgData name="surendra babu" userId="fd2be13734b9414b" providerId="LiveId" clId="{054FD4C4-80EB-4CA1-8DAE-ADCDE5472283}" dt="2026-10-15T17:20:37.241" v="3233"/>
          <ac:spMkLst>
            <pc:docMk/>
            <pc:sldMk cId="1219483958" sldId="445"/>
            <ac:spMk id="2" creationId="{8F7D531E-E87A-0EE8-4077-FB164CD41394}"/>
          </ac:spMkLst>
        </pc:spChg>
        <pc:spChg chg="mod">
          <ac:chgData name="surendra babu" userId="fd2be13734b9414b" providerId="LiveId" clId="{054FD4C4-80EB-4CA1-8DAE-ADCDE5472283}" dt="2026-10-15T17:20:20.957" v="2214" actId="20577"/>
          <ac:spMkLst>
            <pc:docMk/>
            <pc:sldMk cId="1219483958" sldId="445"/>
            <ac:spMk id="10" creationId="{6BD67326-247A-45CD-A9E7-07BFADDAD3DC}"/>
          </ac:spMkLst>
        </pc:spChg>
        <pc:spChg chg="mod">
          <ac:chgData name="surendra babu" userId="fd2be13734b9414b" providerId="LiveId" clId="{054FD4C4-80EB-4CA1-8DAE-ADCDE5472283}" dt="2026-10-15T17:20:21.005" v="2218" actId="20577"/>
          <ac:spMkLst>
            <pc:docMk/>
            <pc:sldMk cId="1219483958" sldId="445"/>
            <ac:spMk id="13" creationId="{76C0FC7D-CC12-4791-BF65-CA68B455319A}"/>
          </ac:spMkLst>
        </pc:spChg>
        <pc:spChg chg="mod">
          <ac:chgData name="surendra babu" userId="fd2be13734b9414b" providerId="LiveId" clId="{054FD4C4-80EB-4CA1-8DAE-ADCDE5472283}" dt="2026-10-15T17:20:21.074" v="2223" actId="20577"/>
          <ac:spMkLst>
            <pc:docMk/>
            <pc:sldMk cId="1219483958" sldId="445"/>
            <ac:spMk id="16" creationId="{6ABD5502-084C-4CC5-A6DE-784CD98EC536}"/>
          </ac:spMkLst>
        </pc:spChg>
        <pc:spChg chg="mod">
          <ac:chgData name="surendra babu" userId="fd2be13734b9414b" providerId="LiveId" clId="{054FD4C4-80EB-4CA1-8DAE-ADCDE5472283}" dt="2026-10-15T17:20:21.137" v="2228" actId="20577"/>
          <ac:spMkLst>
            <pc:docMk/>
            <pc:sldMk cId="1219483958" sldId="445"/>
            <ac:spMk id="17" creationId="{B9A32882-0332-42C4-B989-176B6EDD7CE7}"/>
          </ac:spMkLst>
        </pc:spChg>
        <pc:spChg chg="del">
          <ac:chgData name="surendra babu" userId="fd2be13734b9414b" providerId="LiveId" clId="{054FD4C4-80EB-4CA1-8DAE-ADCDE5472283}" dt="2026-10-15T17:19:55.787" v="318"/>
          <ac:spMkLst>
            <pc:docMk/>
            <pc:sldMk cId="1219483958" sldId="445"/>
            <ac:spMk id="71" creationId="{00000000-0000-0000-0000-000000000000}"/>
          </ac:spMkLst>
        </pc:spChg>
        <pc:spChg chg="mod">
          <ac:chgData name="surendra babu" userId="fd2be13734b9414b" providerId="LiveId" clId="{054FD4C4-80EB-4CA1-8DAE-ADCDE5472283}" dt="2026-10-15T17:20:20.902" v="2210" actId="790"/>
          <ac:spMkLst>
            <pc:docMk/>
            <pc:sldMk cId="1219483958" sldId="445"/>
            <ac:spMk id="72" creationId="{00000000-0000-0000-0000-000000000000}"/>
          </ac:spMkLst>
        </pc:spChg>
        <pc:grpChg chg="mod">
          <ac:chgData name="surendra babu" userId="fd2be13734b9414b" providerId="LiveId" clId="{054FD4C4-80EB-4CA1-8DAE-ADCDE5472283}" dt="2026-10-15T17:20:05.536" v="1227"/>
          <ac:grpSpMkLst>
            <pc:docMk/>
            <pc:sldMk cId="1219483958" sldId="445"/>
            <ac:grpSpMk id="8" creationId="{0AD3E50A-CFA1-4FC8-9894-7EAD23EC20A6}"/>
          </ac:grpSpMkLst>
        </pc:grpChg>
        <pc:grpChg chg="mod">
          <ac:chgData name="surendra babu" userId="fd2be13734b9414b" providerId="LiveId" clId="{054FD4C4-80EB-4CA1-8DAE-ADCDE5472283}" dt="2026-10-15T17:20:05.585" v="1239"/>
          <ac:grpSpMkLst>
            <pc:docMk/>
            <pc:sldMk cId="1219483958" sldId="445"/>
            <ac:grpSpMk id="11" creationId="{F9111446-F5E6-49E2-869D-13A19E61690F}"/>
          </ac:grpSpMkLst>
        </pc:grpChg>
        <pc:grpChg chg="mod">
          <ac:chgData name="surendra babu" userId="fd2be13734b9414b" providerId="LiveId" clId="{054FD4C4-80EB-4CA1-8DAE-ADCDE5472283}" dt="2026-10-15T17:20:05.636" v="1251"/>
          <ac:grpSpMkLst>
            <pc:docMk/>
            <pc:sldMk cId="1219483958" sldId="445"/>
            <ac:grpSpMk id="14" creationId="{AE6E918C-4584-4E09-BC30-74E4B8BE856F}"/>
          </ac:grpSpMkLst>
        </pc:grpChg>
        <pc:grpChg chg="mod">
          <ac:chgData name="surendra babu" userId="fd2be13734b9414b" providerId="LiveId" clId="{054FD4C4-80EB-4CA1-8DAE-ADCDE5472283}" dt="2026-10-15T17:20:05.691" v="1263"/>
          <ac:grpSpMkLst>
            <pc:docMk/>
            <pc:sldMk cId="1219483958" sldId="445"/>
            <ac:grpSpMk id="18" creationId="{1BAD97F5-C2FF-41DF-B9F3-BE9621CED3E3}"/>
          </ac:grpSpMkLst>
        </pc:grpChg>
        <pc:picChg chg="mod">
          <ac:chgData name="surendra babu" userId="fd2be13734b9414b" providerId="LiveId" clId="{054FD4C4-80EB-4CA1-8DAE-ADCDE5472283}" dt="2026-10-15T17:20:05.663" v="1257"/>
          <ac:picMkLst>
            <pc:docMk/>
            <pc:sldMk cId="1219483958" sldId="445"/>
            <ac:picMk id="7" creationId="{39AC7194-DF4C-4262-9B6C-7CD52FEB6426}"/>
          </ac:picMkLst>
        </pc:picChg>
        <pc:picChg chg="mod">
          <ac:chgData name="surendra babu" userId="fd2be13734b9414b" providerId="LiveId" clId="{054FD4C4-80EB-4CA1-8DAE-ADCDE5472283}" dt="2026-10-15T17:20:05.509" v="1221"/>
          <ac:picMkLst>
            <pc:docMk/>
            <pc:sldMk cId="1219483958" sldId="445"/>
            <ac:picMk id="9" creationId="{ED5B1617-9A53-4F92-B400-E8DAE79B6C4A}"/>
          </ac:picMkLst>
        </pc:picChg>
        <pc:picChg chg="mod">
          <ac:chgData name="surendra babu" userId="fd2be13734b9414b" providerId="LiveId" clId="{054FD4C4-80EB-4CA1-8DAE-ADCDE5472283}" dt="2026-10-15T17:20:05.558" v="1233"/>
          <ac:picMkLst>
            <pc:docMk/>
            <pc:sldMk cId="1219483958" sldId="445"/>
            <ac:picMk id="12" creationId="{A36C066A-A40F-4E28-A38A-E08627F05EA2}"/>
          </ac:picMkLst>
        </pc:picChg>
        <pc:picChg chg="mod">
          <ac:chgData name="surendra babu" userId="fd2be13734b9414b" providerId="LiveId" clId="{054FD4C4-80EB-4CA1-8DAE-ADCDE5472283}" dt="2026-10-15T17:20:05.607" v="1245"/>
          <ac:picMkLst>
            <pc:docMk/>
            <pc:sldMk cId="1219483958" sldId="445"/>
            <ac:picMk id="15" creationId="{8B4FFA38-0985-4611-A257-141D74EC7A20}"/>
          </ac:picMkLst>
        </pc:picChg>
      </pc:sldChg>
      <pc:sldChg chg="addSp delSp modSp mod">
        <pc:chgData name="surendra babu" userId="fd2be13734b9414b" providerId="LiveId" clId="{054FD4C4-80EB-4CA1-8DAE-ADCDE5472283}" dt="2026-10-15T17:20:37.318" v="3239"/>
        <pc:sldMkLst>
          <pc:docMk/>
          <pc:sldMk cId="3882775162" sldId="446"/>
        </pc:sldMkLst>
        <pc:spChg chg="mod">
          <ac:chgData name="surendra babu" userId="fd2be13734b9414b" providerId="LiveId" clId="{054FD4C4-80EB-4CA1-8DAE-ADCDE5472283}" dt="2026-10-15T17:20:06.009" v="1281"/>
          <ac:spMkLst>
            <pc:docMk/>
            <pc:sldMk cId="3882775162" sldId="446"/>
            <ac:spMk id="2" creationId="{96E331CA-4BDA-4629-A054-48B0A36F4456}"/>
          </ac:spMkLst>
        </pc:spChg>
        <pc:spChg chg="del">
          <ac:chgData name="surendra babu" userId="fd2be13734b9414b" providerId="LiveId" clId="{054FD4C4-80EB-4CA1-8DAE-ADCDE5472283}" dt="2026-10-15T17:19:56.429" v="372"/>
          <ac:spMkLst>
            <pc:docMk/>
            <pc:sldMk cId="3882775162" sldId="446"/>
            <ac:spMk id="3" creationId="{52CBC679-EE59-DD3F-7D03-5E0A2FA6B06F}"/>
          </ac:spMkLst>
        </pc:spChg>
        <pc:spChg chg="add mod ord">
          <ac:chgData name="surendra babu" userId="fd2be13734b9414b" providerId="LiveId" clId="{054FD4C4-80EB-4CA1-8DAE-ADCDE5472283}" dt="2026-10-15T17:20:37.318" v="3239"/>
          <ac:spMkLst>
            <pc:docMk/>
            <pc:sldMk cId="3882775162" sldId="446"/>
            <ac:spMk id="4" creationId="{054DD9A1-F2FF-C2E8-A97F-7E0D38F028B7}"/>
          </ac:spMkLst>
        </pc:spChg>
        <pc:spChg chg="mod">
          <ac:chgData name="surendra babu" userId="fd2be13734b9414b" providerId="LiveId" clId="{054FD4C4-80EB-4CA1-8DAE-ADCDE5472283}" dt="2026-10-15T17:20:21.811" v="2272" actId="790"/>
          <ac:spMkLst>
            <pc:docMk/>
            <pc:sldMk cId="3882775162" sldId="446"/>
            <ac:spMk id="170" creationId="{00000000-0000-0000-0000-000000000000}"/>
          </ac:spMkLst>
        </pc:spChg>
      </pc:sldChg>
      <pc:sldChg chg="addSp delSp modSp mod">
        <pc:chgData name="surendra babu" userId="fd2be13734b9414b" providerId="LiveId" clId="{054FD4C4-80EB-4CA1-8DAE-ADCDE5472283}" dt="2026-10-15T17:20:36.980" v="3205"/>
        <pc:sldMkLst>
          <pc:docMk/>
          <pc:sldMk cId="1876354166" sldId="447"/>
        </pc:sldMkLst>
        <pc:spChg chg="add mod ord">
          <ac:chgData name="surendra babu" userId="fd2be13734b9414b" providerId="LiveId" clId="{054FD4C4-80EB-4CA1-8DAE-ADCDE5472283}" dt="2026-10-15T17:20:36.978" v="3203"/>
          <ac:spMkLst>
            <pc:docMk/>
            <pc:sldMk cId="1876354166" sldId="447"/>
            <ac:spMk id="2" creationId="{E0B5AB24-1760-DA8A-D668-6AD32A5D3F37}"/>
          </ac:spMkLst>
        </pc:spChg>
        <pc:spChg chg="del">
          <ac:chgData name="surendra babu" userId="fd2be13734b9414b" providerId="LiveId" clId="{054FD4C4-80EB-4CA1-8DAE-ADCDE5472283}" dt="2026-10-15T17:19:54.361" v="199"/>
          <ac:spMkLst>
            <pc:docMk/>
            <pc:sldMk cId="1876354166" sldId="447"/>
            <ac:spMk id="4" creationId="{EC1E7147-9EF3-47CF-95FB-DE5A76C199B3}"/>
          </ac:spMkLst>
        </pc:spChg>
        <pc:spChg chg="mod ord">
          <ac:chgData name="surendra babu" userId="fd2be13734b9414b" providerId="LiveId" clId="{054FD4C4-80EB-4CA1-8DAE-ADCDE5472283}" dt="2026-10-15T17:20:36.980" v="3205"/>
          <ac:spMkLst>
            <pc:docMk/>
            <pc:sldMk cId="1876354166" sldId="447"/>
            <ac:spMk id="57" creationId="{00000000-0000-0000-0000-000000000000}"/>
          </ac:spMkLst>
        </pc:spChg>
      </pc:sldChg>
      <pc:sldChg chg="addSp delSp modSp mod">
        <pc:chgData name="surendra babu" userId="fd2be13734b9414b" providerId="LiveId" clId="{054FD4C4-80EB-4CA1-8DAE-ADCDE5472283}" dt="2026-10-15T17:20:38.358" v="3319"/>
        <pc:sldMkLst>
          <pc:docMk/>
          <pc:sldMk cId="319596731" sldId="451"/>
        </pc:sldMkLst>
        <pc:spChg chg="del">
          <ac:chgData name="surendra babu" userId="fd2be13734b9414b" providerId="LiveId" clId="{054FD4C4-80EB-4CA1-8DAE-ADCDE5472283}" dt="2026-10-15T17:20:00.901" v="799"/>
          <ac:spMkLst>
            <pc:docMk/>
            <pc:sldMk cId="319596731" sldId="451"/>
            <ac:spMk id="2" creationId="{82E0B58D-3EEA-12C6-A933-90936E6F3E4E}"/>
          </ac:spMkLst>
        </pc:spChg>
        <pc:spChg chg="add mod ord">
          <ac:chgData name="surendra babu" userId="fd2be13734b9414b" providerId="LiveId" clId="{054FD4C4-80EB-4CA1-8DAE-ADCDE5472283}" dt="2026-10-15T17:20:38.358" v="3319"/>
          <ac:spMkLst>
            <pc:docMk/>
            <pc:sldMk cId="319596731" sldId="451"/>
            <ac:spMk id="3" creationId="{783599CC-BB97-789D-9C40-D6D856FEEE50}"/>
          </ac:spMkLst>
        </pc:spChg>
        <pc:spChg chg="mod ord">
          <ac:chgData name="surendra babu" userId="fd2be13734b9414b" providerId="LiveId" clId="{054FD4C4-80EB-4CA1-8DAE-ADCDE5472283}" dt="2026-10-15T17:20:38.355" v="3317"/>
          <ac:spMkLst>
            <pc:docMk/>
            <pc:sldMk cId="319596731" sldId="451"/>
            <ac:spMk id="7" creationId="{39EC860B-E8D5-4333-97A9-E39C11CEC8BC}"/>
          </ac:spMkLst>
        </pc:spChg>
        <pc:picChg chg="mod ord">
          <ac:chgData name="surendra babu" userId="fd2be13734b9414b" providerId="LiveId" clId="{054FD4C4-80EB-4CA1-8DAE-ADCDE5472283}" dt="2026-10-15T17:20:38.353" v="3315"/>
          <ac:picMkLst>
            <pc:docMk/>
            <pc:sldMk cId="319596731" sldId="451"/>
            <ac:picMk id="9" creationId="{3D038E5A-986C-485F-8E13-4389DBE1AF75}"/>
          </ac:picMkLst>
        </pc:picChg>
        <pc:picChg chg="mod ord">
          <ac:chgData name="surendra babu" userId="fd2be13734b9414b" providerId="LiveId" clId="{054FD4C4-80EB-4CA1-8DAE-ADCDE5472283}" dt="2026-10-15T17:20:38.351" v="3313"/>
          <ac:picMkLst>
            <pc:docMk/>
            <pc:sldMk cId="319596731" sldId="451"/>
            <ac:picMk id="10" creationId="{BA9E1C1E-0959-4F46-B15C-5431D20A4220}"/>
          </ac:picMkLst>
        </pc:picChg>
        <pc:picChg chg="mod ord">
          <ac:chgData name="surendra babu" userId="fd2be13734b9414b" providerId="LiveId" clId="{054FD4C4-80EB-4CA1-8DAE-ADCDE5472283}" dt="2026-10-15T17:20:38.348" v="3311"/>
          <ac:picMkLst>
            <pc:docMk/>
            <pc:sldMk cId="319596731" sldId="451"/>
            <ac:picMk id="11" creationId="{98213949-EDBE-45BF-8A50-F37AE3840270}"/>
          </ac:picMkLst>
        </pc:picChg>
      </pc:sldChg>
      <pc:sldChg chg="addSp delSp modSp mod">
        <pc:chgData name="surendra babu" userId="fd2be13734b9414b" providerId="LiveId" clId="{054FD4C4-80EB-4CA1-8DAE-ADCDE5472283}" dt="2026-10-15T17:20:37.293" v="3237"/>
        <pc:sldMkLst>
          <pc:docMk/>
          <pc:sldMk cId="0" sldId="452"/>
        </pc:sldMkLst>
        <pc:spChg chg="add mod ord">
          <ac:chgData name="surendra babu" userId="fd2be13734b9414b" providerId="LiveId" clId="{054FD4C4-80EB-4CA1-8DAE-ADCDE5472283}" dt="2026-10-15T17:20:37.293" v="3237"/>
          <ac:spMkLst>
            <pc:docMk/>
            <pc:sldMk cId="0" sldId="452"/>
            <ac:spMk id="3" creationId="{A004549F-8AEF-56C2-601C-BAB88DA064C6}"/>
          </ac:spMkLst>
        </pc:spChg>
        <pc:spChg chg="del">
          <ac:chgData name="surendra babu" userId="fd2be13734b9414b" providerId="LiveId" clId="{054FD4C4-80EB-4CA1-8DAE-ADCDE5472283}" dt="2026-10-15T17:19:56.207" v="354"/>
          <ac:spMkLst>
            <pc:docMk/>
            <pc:sldMk cId="0" sldId="452"/>
            <ac:spMk id="94" creationId="{00000000-0000-0000-0000-000000000000}"/>
          </ac:spMkLst>
        </pc:spChg>
        <pc:spChg chg="mod">
          <ac:chgData name="surendra babu" userId="fd2be13734b9414b" providerId="LiveId" clId="{054FD4C4-80EB-4CA1-8DAE-ADCDE5472283}" dt="2026-10-15T17:20:21.592" v="2260" actId="790"/>
          <ac:spMkLst>
            <pc:docMk/>
            <pc:sldMk cId="0" sldId="452"/>
            <ac:spMk id="95" creationId="{00000000-0000-0000-0000-000000000000}"/>
          </ac:spMkLst>
        </pc:spChg>
        <pc:spChg chg="del">
          <ac:chgData name="surendra babu" userId="fd2be13734b9414b" providerId="LiveId" clId="{054FD4C4-80EB-4CA1-8DAE-ADCDE5472283}" dt="2026-10-15T17:19:49.271" v="7"/>
          <ac:spMkLst>
            <pc:docMk/>
            <pc:sldMk cId="0" sldId="452"/>
            <ac:spMk id="96" creationId="{00000000-0000-0000-0000-000000000000}"/>
          </ac:spMkLst>
        </pc:spChg>
        <pc:picChg chg="mod">
          <ac:chgData name="surendra babu" userId="fd2be13734b9414b" providerId="LiveId" clId="{054FD4C4-80EB-4CA1-8DAE-ADCDE5472283}" dt="2026-10-15T17:20:05.896" v="1275"/>
          <ac:picMkLst>
            <pc:docMk/>
            <pc:sldMk cId="0" sldId="452"/>
            <ac:picMk id="2" creationId="{FD9419FF-ED2A-1469-7049-632C99835332}"/>
          </ac:picMkLst>
        </pc:picChg>
      </pc:sldChg>
      <pc:sldChg chg="addSp delSp modSp mod">
        <pc:chgData name="surendra babu" userId="fd2be13734b9414b" providerId="LiveId" clId="{054FD4C4-80EB-4CA1-8DAE-ADCDE5472283}" dt="2026-10-15T17:20:36.734" v="3175"/>
        <pc:sldMkLst>
          <pc:docMk/>
          <pc:sldMk cId="3703419103" sldId="454"/>
        </pc:sldMkLst>
        <pc:spChg chg="mod">
          <ac:chgData name="surendra babu" userId="fd2be13734b9414b" providerId="LiveId" clId="{054FD4C4-80EB-4CA1-8DAE-ADCDE5472283}" dt="2026-10-15T17:20:15.851" v="1842"/>
          <ac:spMkLst>
            <pc:docMk/>
            <pc:sldMk cId="3703419103" sldId="454"/>
            <ac:spMk id="2" creationId="{7F485DC0-9971-A806-4A92-0CE26098E1D5}"/>
          </ac:spMkLst>
        </pc:spChg>
        <pc:spChg chg="mod">
          <ac:chgData name="surendra babu" userId="fd2be13734b9414b" providerId="LiveId" clId="{054FD4C4-80EB-4CA1-8DAE-ADCDE5472283}" dt="2026-10-15T17:20:15.994" v="1849" actId="20577"/>
          <ac:spMkLst>
            <pc:docMk/>
            <pc:sldMk cId="3703419103" sldId="454"/>
            <ac:spMk id="3" creationId="{BB1CD20D-7C5A-8065-A8C5-7B68D7912876}"/>
          </ac:spMkLst>
        </pc:spChg>
        <pc:spChg chg="mod">
          <ac:chgData name="surendra babu" userId="fd2be13734b9414b" providerId="LiveId" clId="{054FD4C4-80EB-4CA1-8DAE-ADCDE5472283}" dt="2026-10-15T17:20:15.895" v="1844" actId="790"/>
          <ac:spMkLst>
            <pc:docMk/>
            <pc:sldMk cId="3703419103" sldId="454"/>
            <ac:spMk id="6" creationId="{9DD3B5F4-5935-3E10-9958-9A8C24CFD106}"/>
          </ac:spMkLst>
        </pc:spChg>
        <pc:spChg chg="add mod ord">
          <ac:chgData name="surendra babu" userId="fd2be13734b9414b" providerId="LiveId" clId="{054FD4C4-80EB-4CA1-8DAE-ADCDE5472283}" dt="2026-10-15T17:20:36.734" v="3175"/>
          <ac:spMkLst>
            <pc:docMk/>
            <pc:sldMk cId="3703419103" sldId="454"/>
            <ac:spMk id="7" creationId="{E02227EC-E113-7BBC-0E23-312B46106A30}"/>
          </ac:spMkLst>
        </pc:spChg>
        <pc:spChg chg="del">
          <ac:chgData name="surendra babu" userId="fd2be13734b9414b" providerId="LiveId" clId="{054FD4C4-80EB-4CA1-8DAE-ADCDE5472283}" dt="2026-10-15T17:19:48.173" v="5"/>
          <ac:spMkLst>
            <pc:docMk/>
            <pc:sldMk cId="3703419103" sldId="454"/>
            <ac:spMk id="96" creationId="{00000000-0000-0000-0000-000000000000}"/>
          </ac:spMkLst>
        </pc:spChg>
        <pc:grpChg chg="mod">
          <ac:chgData name="surendra babu" userId="fd2be13734b9414b" providerId="LiveId" clId="{054FD4C4-80EB-4CA1-8DAE-ADCDE5472283}" dt="2026-10-15T17:20:03.485" v="1062"/>
          <ac:grpSpMkLst>
            <pc:docMk/>
            <pc:sldMk cId="3703419103" sldId="454"/>
            <ac:grpSpMk id="4" creationId="{41BE3132-CF76-2C60-7E5A-9F1CF64C76E3}"/>
          </ac:grpSpMkLst>
        </pc:grpChg>
        <pc:picChg chg="mod">
          <ac:chgData name="surendra babu" userId="fd2be13734b9414b" providerId="LiveId" clId="{054FD4C4-80EB-4CA1-8DAE-ADCDE5472283}" dt="2026-10-15T17:20:03.454" v="1050"/>
          <ac:picMkLst>
            <pc:docMk/>
            <pc:sldMk cId="3703419103" sldId="454"/>
            <ac:picMk id="5" creationId="{0D774C9C-0138-AC8F-47A8-00A9CB47C511}"/>
          </ac:picMkLst>
        </pc:picChg>
      </pc:sldChg>
      <pc:sldChg chg="addSp delSp modSp mod">
        <pc:chgData name="surendra babu" userId="fd2be13734b9414b" providerId="LiveId" clId="{054FD4C4-80EB-4CA1-8DAE-ADCDE5472283}" dt="2026-10-15T17:20:36.913" v="3195"/>
        <pc:sldMkLst>
          <pc:docMk/>
          <pc:sldMk cId="2673713155" sldId="455"/>
        </pc:sldMkLst>
        <pc:spChg chg="add mod ord">
          <ac:chgData name="surendra babu" userId="fd2be13734b9414b" providerId="LiveId" clId="{054FD4C4-80EB-4CA1-8DAE-ADCDE5472283}" dt="2026-10-15T17:20:36.913" v="3195"/>
          <ac:spMkLst>
            <pc:docMk/>
            <pc:sldMk cId="2673713155" sldId="455"/>
            <ac:spMk id="2" creationId="{AA7D78BE-B21C-24B0-BAEB-411E213DA852}"/>
          </ac:spMkLst>
        </pc:spChg>
        <pc:spChg chg="del">
          <ac:chgData name="surendra babu" userId="fd2be13734b9414b" providerId="LiveId" clId="{054FD4C4-80EB-4CA1-8DAE-ADCDE5472283}" dt="2026-10-15T17:19:53.885" v="152"/>
          <ac:spMkLst>
            <pc:docMk/>
            <pc:sldMk cId="2673713155" sldId="455"/>
            <ac:spMk id="4" creationId="{166B25BB-829F-5A8D-FE7E-01BB140F17DA}"/>
          </ac:spMkLst>
        </pc:spChg>
        <pc:picChg chg="mod">
          <ac:chgData name="surendra babu" userId="fd2be13734b9414b" providerId="LiveId" clId="{054FD4C4-80EB-4CA1-8DAE-ADCDE5472283}" dt="2026-10-15T17:20:04.115" v="1074"/>
          <ac:picMkLst>
            <pc:docMk/>
            <pc:sldMk cId="2673713155" sldId="455"/>
            <ac:picMk id="5" creationId="{4BDE77E2-4A6B-5CD1-7491-6C31308C0480}"/>
          </ac:picMkLst>
        </pc:picChg>
        <pc:picChg chg="mod">
          <ac:chgData name="surendra babu" userId="fd2be13734b9414b" providerId="LiveId" clId="{054FD4C4-80EB-4CA1-8DAE-ADCDE5472283}" dt="2026-10-15T17:20:04.129" v="1080"/>
          <ac:picMkLst>
            <pc:docMk/>
            <pc:sldMk cId="2673713155" sldId="455"/>
            <ac:picMk id="7" creationId="{78187A43-DAC6-F544-989F-C1CF0C1260AE}"/>
          </ac:picMkLst>
        </pc:picChg>
        <pc:picChg chg="mod">
          <ac:chgData name="surendra babu" userId="fd2be13734b9414b" providerId="LiveId" clId="{054FD4C4-80EB-4CA1-8DAE-ADCDE5472283}" dt="2026-10-15T17:20:04.142" v="1086"/>
          <ac:picMkLst>
            <pc:docMk/>
            <pc:sldMk cId="2673713155" sldId="455"/>
            <ac:picMk id="10" creationId="{0414A3A0-F710-D7CB-D212-51FA3118C294}"/>
          </ac:picMkLst>
        </pc:picChg>
      </pc:sldChg>
      <pc:sldChg chg="addSp delSp modSp mod">
        <pc:chgData name="surendra babu" userId="fd2be13734b9414b" providerId="LiveId" clId="{054FD4C4-80EB-4CA1-8DAE-ADCDE5472283}" dt="2026-10-15T17:20:38.690" v="3347"/>
        <pc:sldMkLst>
          <pc:docMk/>
          <pc:sldMk cId="3649530641" sldId="456"/>
        </pc:sldMkLst>
        <pc:spChg chg="add mod ord">
          <ac:chgData name="surendra babu" userId="fd2be13734b9414b" providerId="LiveId" clId="{054FD4C4-80EB-4CA1-8DAE-ADCDE5472283}" dt="2026-10-15T17:20:38.690" v="3347"/>
          <ac:spMkLst>
            <pc:docMk/>
            <pc:sldMk cId="3649530641" sldId="456"/>
            <ac:spMk id="2" creationId="{5E4F62EA-E3A6-682C-D625-B98D15A60ED6}"/>
          </ac:spMkLst>
        </pc:spChg>
        <pc:spChg chg="del">
          <ac:chgData name="surendra babu" userId="fd2be13734b9414b" providerId="LiveId" clId="{054FD4C4-80EB-4CA1-8DAE-ADCDE5472283}" dt="2026-10-15T17:20:02.332" v="958"/>
          <ac:spMkLst>
            <pc:docMk/>
            <pc:sldMk cId="3649530641" sldId="456"/>
            <ac:spMk id="169" creationId="{00000000-0000-0000-0000-000000000000}"/>
          </ac:spMkLst>
        </pc:spChg>
        <pc:spChg chg="mod">
          <ac:chgData name="surendra babu" userId="fd2be13734b9414b" providerId="LiveId" clId="{054FD4C4-80EB-4CA1-8DAE-ADCDE5472283}" dt="2026-10-15T17:20:36.006" v="3126" actId="790"/>
          <ac:spMkLst>
            <pc:docMk/>
            <pc:sldMk cId="3649530641" sldId="456"/>
            <ac:spMk id="170" creationId="{00000000-0000-0000-0000-000000000000}"/>
          </ac:spMkLst>
        </pc:spChg>
        <pc:picChg chg="mod">
          <ac:chgData name="surendra babu" userId="fd2be13734b9414b" providerId="LiveId" clId="{054FD4C4-80EB-4CA1-8DAE-ADCDE5472283}" dt="2026-10-15T17:20:11.267" v="1722"/>
          <ac:picMkLst>
            <pc:docMk/>
            <pc:sldMk cId="3649530641" sldId="456"/>
            <ac:picMk id="3" creationId="{7DEE5C6C-9B1E-AFE0-FB61-F5601699018F}"/>
          </ac:picMkLst>
        </pc:picChg>
        <pc:cxnChg chg="mod">
          <ac:chgData name="surendra babu" userId="fd2be13734b9414b" providerId="LiveId" clId="{054FD4C4-80EB-4CA1-8DAE-ADCDE5472283}" dt="2026-10-15T17:20:11.280" v="1728"/>
          <ac:cxnSpMkLst>
            <pc:docMk/>
            <pc:sldMk cId="3649530641" sldId="456"/>
            <ac:cxnSpMk id="4" creationId="{FD3F2CA0-CD2E-3632-FC69-DA9B313AA9B1}"/>
          </ac:cxnSpMkLst>
        </pc:cxnChg>
      </pc:sldChg>
      <pc:sldChg chg="addSp delSp modSp mod">
        <pc:chgData name="surendra babu" userId="fd2be13734b9414b" providerId="LiveId" clId="{054FD4C4-80EB-4CA1-8DAE-ADCDE5472283}" dt="2026-10-15T17:20:38.734" v="3349"/>
        <pc:sldMkLst>
          <pc:docMk/>
          <pc:sldMk cId="1029692882" sldId="457"/>
        </pc:sldMkLst>
        <pc:spChg chg="del">
          <ac:chgData name="surendra babu" userId="fd2be13734b9414b" providerId="LiveId" clId="{054FD4C4-80EB-4CA1-8DAE-ADCDE5472283}" dt="2026-10-15T17:20:02.524" v="976"/>
          <ac:spMkLst>
            <pc:docMk/>
            <pc:sldMk cId="1029692882" sldId="457"/>
            <ac:spMk id="2" creationId="{A275463A-9ABA-B0C6-38A4-A53CFF706101}"/>
          </ac:spMkLst>
        </pc:spChg>
        <pc:spChg chg="add mod ord">
          <ac:chgData name="surendra babu" userId="fd2be13734b9414b" providerId="LiveId" clId="{054FD4C4-80EB-4CA1-8DAE-ADCDE5472283}" dt="2026-10-15T17:20:38.734" v="3349"/>
          <ac:spMkLst>
            <pc:docMk/>
            <pc:sldMk cId="1029692882" sldId="457"/>
            <ac:spMk id="3" creationId="{3F56FD35-A8A6-709F-3E01-3BC70E3B2711}"/>
          </ac:spMkLst>
        </pc:spChg>
        <pc:spChg chg="mod">
          <ac:chgData name="surendra babu" userId="fd2be13734b9414b" providerId="LiveId" clId="{054FD4C4-80EB-4CA1-8DAE-ADCDE5472283}" dt="2026-10-15T17:20:36.112" v="3132" actId="790"/>
          <ac:spMkLst>
            <pc:docMk/>
            <pc:sldMk cId="1029692882" sldId="457"/>
            <ac:spMk id="170" creationId="{00000000-0000-0000-0000-000000000000}"/>
          </ac:spMkLst>
        </pc:spChg>
        <pc:picChg chg="mod">
          <ac:chgData name="surendra babu" userId="fd2be13734b9414b" providerId="LiveId" clId="{054FD4C4-80EB-4CA1-8DAE-ADCDE5472283}" dt="2026-10-15T17:20:11.374" v="1734"/>
          <ac:picMkLst>
            <pc:docMk/>
            <pc:sldMk cId="1029692882" sldId="457"/>
            <ac:picMk id="4" creationId="{44F992C9-9398-F586-2AC1-835B5FE670F1}"/>
          </ac:picMkLst>
        </pc:picChg>
        <pc:picChg chg="mod">
          <ac:chgData name="surendra babu" userId="fd2be13734b9414b" providerId="LiveId" clId="{054FD4C4-80EB-4CA1-8DAE-ADCDE5472283}" dt="2026-10-15T17:20:11.388" v="1740"/>
          <ac:picMkLst>
            <pc:docMk/>
            <pc:sldMk cId="1029692882" sldId="457"/>
            <ac:picMk id="5" creationId="{61A6E075-EEDB-A64C-6D37-9B24542D3B9F}"/>
          </ac:picMkLst>
        </pc:picChg>
        <pc:cxnChg chg="mod">
          <ac:chgData name="surendra babu" userId="fd2be13734b9414b" providerId="LiveId" clId="{054FD4C4-80EB-4CA1-8DAE-ADCDE5472283}" dt="2026-10-15T17:20:11.401" v="1746"/>
          <ac:cxnSpMkLst>
            <pc:docMk/>
            <pc:sldMk cId="1029692882" sldId="457"/>
            <ac:cxnSpMk id="7" creationId="{879F227F-C19C-30E7-82CC-A32225D21E57}"/>
          </ac:cxnSpMkLst>
        </pc:cxnChg>
        <pc:cxnChg chg="mod">
          <ac:chgData name="surendra babu" userId="fd2be13734b9414b" providerId="LiveId" clId="{054FD4C4-80EB-4CA1-8DAE-ADCDE5472283}" dt="2026-10-15T17:20:11.414" v="1752"/>
          <ac:cxnSpMkLst>
            <pc:docMk/>
            <pc:sldMk cId="1029692882" sldId="457"/>
            <ac:cxnSpMk id="21" creationId="{56C7D5DB-E052-48CD-EB86-A5D525DF5965}"/>
          </ac:cxnSpMkLst>
        </pc:cxnChg>
        <pc:cxnChg chg="mod">
          <ac:chgData name="surendra babu" userId="fd2be13734b9414b" providerId="LiveId" clId="{054FD4C4-80EB-4CA1-8DAE-ADCDE5472283}" dt="2026-10-15T17:20:11.429" v="1758"/>
          <ac:cxnSpMkLst>
            <pc:docMk/>
            <pc:sldMk cId="1029692882" sldId="457"/>
            <ac:cxnSpMk id="23" creationId="{04361E63-8677-3631-8362-29C7CC51B92C}"/>
          </ac:cxnSpMkLst>
        </pc:cxnChg>
      </pc:sldChg>
      <pc:sldChg chg="addSp modSp mod">
        <pc:chgData name="surendra babu" userId="fd2be13734b9414b" providerId="LiveId" clId="{054FD4C4-80EB-4CA1-8DAE-ADCDE5472283}" dt="2026-10-15T17:20:38.618" v="3343"/>
        <pc:sldMkLst>
          <pc:docMk/>
          <pc:sldMk cId="904670570" sldId="458"/>
        </pc:sldMkLst>
        <pc:spChg chg="add mod ord">
          <ac:chgData name="surendra babu" userId="fd2be13734b9414b" providerId="LiveId" clId="{054FD4C4-80EB-4CA1-8DAE-ADCDE5472283}" dt="2026-10-15T17:20:38.618" v="3343"/>
          <ac:spMkLst>
            <pc:docMk/>
            <pc:sldMk cId="904670570" sldId="458"/>
            <ac:spMk id="2" creationId="{4ADCEF39-640E-F3BD-0BAF-E7A293637EBE}"/>
          </ac:spMkLst>
        </pc:spChg>
        <pc:spChg chg="mod ord">
          <ac:chgData name="surendra babu" userId="fd2be13734b9414b" providerId="LiveId" clId="{054FD4C4-80EB-4CA1-8DAE-ADCDE5472283}" dt="2026-10-15T17:20:38.617" v="3341"/>
          <ac:spMkLst>
            <pc:docMk/>
            <pc:sldMk cId="904670570" sldId="458"/>
            <ac:spMk id="170" creationId="{00000000-0000-0000-0000-000000000000}"/>
          </ac:spMkLst>
        </pc:spChg>
      </pc:sldChg>
      <pc:sldChg chg="addSp delSp modSp mod">
        <pc:chgData name="surendra babu" userId="fd2be13734b9414b" providerId="LiveId" clId="{054FD4C4-80EB-4CA1-8DAE-ADCDE5472283}" dt="2026-10-15T17:20:37.666" v="3267"/>
        <pc:sldMkLst>
          <pc:docMk/>
          <pc:sldMk cId="1138641882" sldId="459"/>
        </pc:sldMkLst>
        <pc:spChg chg="mod">
          <ac:chgData name="surendra babu" userId="fd2be13734b9414b" providerId="LiveId" clId="{054FD4C4-80EB-4CA1-8DAE-ADCDE5472283}" dt="2026-10-15T17:20:25.598" v="2507" actId="790"/>
          <ac:spMkLst>
            <pc:docMk/>
            <pc:sldMk cId="1138641882" sldId="459"/>
            <ac:spMk id="3" creationId="{31E36B33-1F73-4E8C-AC17-64AA5023CA91}"/>
          </ac:spMkLst>
        </pc:spChg>
        <pc:spChg chg="add mod ord">
          <ac:chgData name="surendra babu" userId="fd2be13734b9414b" providerId="LiveId" clId="{054FD4C4-80EB-4CA1-8DAE-ADCDE5472283}" dt="2026-10-15T17:20:37.666" v="3267"/>
          <ac:spMkLst>
            <pc:docMk/>
            <pc:sldMk cId="1138641882" sldId="459"/>
            <ac:spMk id="4" creationId="{C07D44A0-F33E-D07E-703B-F6345F7ED631}"/>
          </ac:spMkLst>
        </pc:spChg>
        <pc:spChg chg="mod">
          <ac:chgData name="surendra babu" userId="fd2be13734b9414b" providerId="LiveId" clId="{054FD4C4-80EB-4CA1-8DAE-ADCDE5472283}" dt="2026-10-15T17:20:25.736" v="2513" actId="207"/>
          <ac:spMkLst>
            <pc:docMk/>
            <pc:sldMk cId="1138641882" sldId="459"/>
            <ac:spMk id="7" creationId="{B19A3798-330D-65D5-8439-DEF47639D847}"/>
          </ac:spMkLst>
        </pc:spChg>
        <pc:spChg chg="del">
          <ac:chgData name="surendra babu" userId="fd2be13734b9414b" providerId="LiveId" clId="{054FD4C4-80EB-4CA1-8DAE-ADCDE5472283}" dt="2026-10-15T17:19:58.180" v="545"/>
          <ac:spMkLst>
            <pc:docMk/>
            <pc:sldMk cId="1138641882" sldId="459"/>
            <ac:spMk id="103" creationId="{00000000-0000-0000-0000-000000000000}"/>
          </ac:spMkLst>
        </pc:spChg>
        <pc:grpChg chg="mod">
          <ac:chgData name="surendra babu" userId="fd2be13734b9414b" providerId="LiveId" clId="{054FD4C4-80EB-4CA1-8DAE-ADCDE5472283}" dt="2026-10-15T17:20:07.467" v="1449"/>
          <ac:grpSpMkLst>
            <pc:docMk/>
            <pc:sldMk cId="1138641882" sldId="459"/>
            <ac:grpSpMk id="10" creationId="{E4BC99A1-17B8-99B6-78DD-837C7B3BABB9}"/>
          </ac:grpSpMkLst>
        </pc:grpChg>
        <pc:picChg chg="mod">
          <ac:chgData name="surendra babu" userId="fd2be13734b9414b" providerId="LiveId" clId="{054FD4C4-80EB-4CA1-8DAE-ADCDE5472283}" dt="2026-10-15T17:20:07.420" v="1437"/>
          <ac:picMkLst>
            <pc:docMk/>
            <pc:sldMk cId="1138641882" sldId="459"/>
            <ac:picMk id="2" creationId="{5EA92191-6309-511C-0A62-7481113739C0}"/>
          </ac:picMkLst>
        </pc:picChg>
        <pc:picChg chg="mod">
          <ac:chgData name="surendra babu" userId="fd2be13734b9414b" providerId="LiveId" clId="{054FD4C4-80EB-4CA1-8DAE-ADCDE5472283}" dt="2026-10-15T17:20:07.409" v="1431"/>
          <ac:picMkLst>
            <pc:docMk/>
            <pc:sldMk cId="1138641882" sldId="459"/>
            <ac:picMk id="35" creationId="{8781B53A-1FA6-46E0-B53B-E9B3FF0CE19E}"/>
          </ac:picMkLst>
        </pc:picChg>
        <pc:cxnChg chg="mod">
          <ac:chgData name="surendra babu" userId="fd2be13734b9414b" providerId="LiveId" clId="{054FD4C4-80EB-4CA1-8DAE-ADCDE5472283}" dt="2026-10-15T17:20:07.460" v="1443"/>
          <ac:cxnSpMkLst>
            <pc:docMk/>
            <pc:sldMk cId="1138641882" sldId="459"/>
            <ac:cxnSpMk id="9" creationId="{5AD2324C-7296-BD17-5589-568A61C4849F}"/>
          </ac:cxnSpMkLst>
        </pc:cxnChg>
      </pc:sldChg>
      <pc:sldChg chg="addSp modSp mod">
        <pc:chgData name="surendra babu" userId="fd2be13734b9414b" providerId="LiveId" clId="{054FD4C4-80EB-4CA1-8DAE-ADCDE5472283}" dt="2026-10-15T17:20:37.082" v="3219"/>
        <pc:sldMkLst>
          <pc:docMk/>
          <pc:sldMk cId="3524040935" sldId="460"/>
        </pc:sldMkLst>
        <pc:spChg chg="add mod ord">
          <ac:chgData name="surendra babu" userId="fd2be13734b9414b" providerId="LiveId" clId="{054FD4C4-80EB-4CA1-8DAE-ADCDE5472283}" dt="2026-10-15T17:20:37.082" v="3219"/>
          <ac:spMkLst>
            <pc:docMk/>
            <pc:sldMk cId="3524040935" sldId="460"/>
            <ac:spMk id="2" creationId="{59C3F93A-A969-2ACA-1B9E-7D40D1B1A909}"/>
          </ac:spMkLst>
        </pc:spChg>
        <pc:spChg chg="mod">
          <ac:chgData name="surendra babu" userId="fd2be13734b9414b" providerId="LiveId" clId="{054FD4C4-80EB-4CA1-8DAE-ADCDE5472283}" dt="2026-10-15T17:20:04.952" v="1170"/>
          <ac:spMkLst>
            <pc:docMk/>
            <pc:sldMk cId="3524040935" sldId="460"/>
            <ac:spMk id="6" creationId="{5A8C0D7F-CC3A-0E22-B16D-8D9F8ECA59AB}"/>
          </ac:spMkLst>
        </pc:spChg>
        <pc:spChg chg="mod">
          <ac:chgData name="surendra babu" userId="fd2be13734b9414b" providerId="LiveId" clId="{054FD4C4-80EB-4CA1-8DAE-ADCDE5472283}" dt="2026-10-15T17:20:20.109" v="2147" actId="20577"/>
          <ac:spMkLst>
            <pc:docMk/>
            <pc:sldMk cId="3524040935" sldId="460"/>
            <ac:spMk id="10" creationId="{86768C5E-96C0-F24C-9895-D5F5A858ABE5}"/>
          </ac:spMkLst>
        </pc:spChg>
        <pc:grpChg chg="mod">
          <ac:chgData name="surendra babu" userId="fd2be13734b9414b" providerId="LiveId" clId="{054FD4C4-80EB-4CA1-8DAE-ADCDE5472283}" dt="2026-10-15T17:20:04.962" v="1176"/>
          <ac:grpSpMkLst>
            <pc:docMk/>
            <pc:sldMk cId="3524040935" sldId="460"/>
            <ac:grpSpMk id="9" creationId="{B8A44E83-24C7-0EEB-C9E5-212D3BF870FD}"/>
          </ac:grpSpMkLst>
        </pc:grpChg>
        <pc:picChg chg="mod">
          <ac:chgData name="surendra babu" userId="fd2be13734b9414b" providerId="LiveId" clId="{054FD4C4-80EB-4CA1-8DAE-ADCDE5472283}" dt="2026-10-15T17:20:04.934" v="1164"/>
          <ac:picMkLst>
            <pc:docMk/>
            <pc:sldMk cId="3524040935" sldId="460"/>
            <ac:picMk id="5" creationId="{D49CC66A-059D-8DA2-111D-A1924275949B}"/>
          </ac:picMkLst>
        </pc:picChg>
        <pc:picChg chg="mod">
          <ac:chgData name="surendra babu" userId="fd2be13734b9414b" providerId="LiveId" clId="{054FD4C4-80EB-4CA1-8DAE-ADCDE5472283}" dt="2026-10-15T17:20:04.977" v="1182"/>
          <ac:picMkLst>
            <pc:docMk/>
            <pc:sldMk cId="3524040935" sldId="460"/>
            <ac:picMk id="8" creationId="{45153711-C58A-1861-B293-267BB8DB1C63}"/>
          </ac:picMkLst>
        </pc:picChg>
      </pc:sldChg>
      <pc:sldChg chg="addSp delSp modSp mod">
        <pc:chgData name="surendra babu" userId="fd2be13734b9414b" providerId="LiveId" clId="{054FD4C4-80EB-4CA1-8DAE-ADCDE5472283}" dt="2026-10-15T17:20:37.929" v="3281"/>
        <pc:sldMkLst>
          <pc:docMk/>
          <pc:sldMk cId="193575715" sldId="463"/>
        </pc:sldMkLst>
        <pc:spChg chg="add mod ord">
          <ac:chgData name="surendra babu" userId="fd2be13734b9414b" providerId="LiveId" clId="{054FD4C4-80EB-4CA1-8DAE-ADCDE5472283}" dt="2026-10-15T17:20:37.929" v="3281"/>
          <ac:spMkLst>
            <pc:docMk/>
            <pc:sldMk cId="193575715" sldId="463"/>
            <ac:spMk id="2" creationId="{2FF5253C-80D6-15C7-2453-398FEFC79EA8}"/>
          </ac:spMkLst>
        </pc:spChg>
        <pc:spChg chg="mod">
          <ac:chgData name="surendra babu" userId="fd2be13734b9414b" providerId="LiveId" clId="{054FD4C4-80EB-4CA1-8DAE-ADCDE5472283}" dt="2026-10-15T17:20:27.682" v="2595"/>
          <ac:spMkLst>
            <pc:docMk/>
            <pc:sldMk cId="193575715" sldId="463"/>
            <ac:spMk id="3" creationId="{21C4CB3C-A909-61F1-E82E-DF9225E7C383}"/>
          </ac:spMkLst>
        </pc:spChg>
        <pc:spChg chg="del">
          <ac:chgData name="surendra babu" userId="fd2be13734b9414b" providerId="LiveId" clId="{054FD4C4-80EB-4CA1-8DAE-ADCDE5472283}" dt="2026-10-15T17:19:58.979" v="617"/>
          <ac:spMkLst>
            <pc:docMk/>
            <pc:sldMk cId="193575715" sldId="463"/>
            <ac:spMk id="4" creationId="{DF434EB0-F84A-1146-EA8A-0CF83460E026}"/>
          </ac:spMkLst>
        </pc:spChg>
        <pc:picChg chg="mod">
          <ac:chgData name="surendra babu" userId="fd2be13734b9414b" providerId="LiveId" clId="{054FD4C4-80EB-4CA1-8DAE-ADCDE5472283}" dt="2026-10-15T17:20:08.183" v="1485"/>
          <ac:picMkLst>
            <pc:docMk/>
            <pc:sldMk cId="193575715" sldId="463"/>
            <ac:picMk id="8" creationId="{B24477A1-C094-4885-EB69-A5E69F68245C}"/>
          </ac:picMkLst>
        </pc:picChg>
        <pc:picChg chg="mod">
          <ac:chgData name="surendra babu" userId="fd2be13734b9414b" providerId="LiveId" clId="{054FD4C4-80EB-4CA1-8DAE-ADCDE5472283}" dt="2026-10-15T17:20:08.168" v="1479"/>
          <ac:picMkLst>
            <pc:docMk/>
            <pc:sldMk cId="193575715" sldId="463"/>
            <ac:picMk id="10" creationId="{F2366C70-B4C5-D6DE-AC9F-516E44FE08AC}"/>
          </ac:picMkLst>
        </pc:picChg>
        <pc:picChg chg="mod">
          <ac:chgData name="surendra babu" userId="fd2be13734b9414b" providerId="LiveId" clId="{054FD4C4-80EB-4CA1-8DAE-ADCDE5472283}" dt="2026-10-15T17:20:08.237" v="1491"/>
          <ac:picMkLst>
            <pc:docMk/>
            <pc:sldMk cId="193575715" sldId="463"/>
            <ac:picMk id="12" creationId="{8AF78D06-8312-A5AE-B71F-6B224CAC61AE}"/>
          </ac:picMkLst>
        </pc:picChg>
        <pc:picChg chg="mod">
          <ac:chgData name="surendra babu" userId="fd2be13734b9414b" providerId="LiveId" clId="{054FD4C4-80EB-4CA1-8DAE-ADCDE5472283}" dt="2026-10-15T17:20:08.257" v="1497"/>
          <ac:picMkLst>
            <pc:docMk/>
            <pc:sldMk cId="193575715" sldId="463"/>
            <ac:picMk id="14" creationId="{77B4591D-C1BA-7E42-7693-F0E074DF1DF7}"/>
          </ac:picMkLst>
        </pc:picChg>
      </pc:sldChg>
      <pc:sldChg chg="addSp delSp modSp mod">
        <pc:chgData name="surendra babu" userId="fd2be13734b9414b" providerId="LiveId" clId="{054FD4C4-80EB-4CA1-8DAE-ADCDE5472283}" dt="2026-10-15T17:20:37.023" v="3211"/>
        <pc:sldMkLst>
          <pc:docMk/>
          <pc:sldMk cId="1859684365" sldId="464"/>
        </pc:sldMkLst>
        <pc:spChg chg="mod ord">
          <ac:chgData name="surendra babu" userId="fd2be13734b9414b" providerId="LiveId" clId="{054FD4C4-80EB-4CA1-8DAE-ADCDE5472283}" dt="2026-10-15T17:20:37.018" v="3207"/>
          <ac:spMkLst>
            <pc:docMk/>
            <pc:sldMk cId="1859684365" sldId="464"/>
            <ac:spMk id="2" creationId="{49F21D2B-2D7B-E570-567A-BF982706CB73}"/>
          </ac:spMkLst>
        </pc:spChg>
        <pc:spChg chg="mod">
          <ac:chgData name="surendra babu" userId="fd2be13734b9414b" providerId="LiveId" clId="{054FD4C4-80EB-4CA1-8DAE-ADCDE5472283}" dt="2026-10-15T17:20:19.338" v="2092" actId="790"/>
          <ac:spMkLst>
            <pc:docMk/>
            <pc:sldMk cId="1859684365" sldId="464"/>
            <ac:spMk id="3" creationId="{F5A472EF-EEDC-E85F-32CF-5BEF16916562}"/>
          </ac:spMkLst>
        </pc:spChg>
        <pc:spChg chg="add mod ord">
          <ac:chgData name="surendra babu" userId="fd2be13734b9414b" providerId="LiveId" clId="{054FD4C4-80EB-4CA1-8DAE-ADCDE5472283}" dt="2026-10-15T17:20:37.023" v="3211"/>
          <ac:spMkLst>
            <pc:docMk/>
            <pc:sldMk cId="1859684365" sldId="464"/>
            <ac:spMk id="4" creationId="{BBE2A117-77E7-7195-EFD7-E74B7C9AE8AB}"/>
          </ac:spMkLst>
        </pc:spChg>
        <pc:spChg chg="mod">
          <ac:chgData name="surendra babu" userId="fd2be13734b9414b" providerId="LiveId" clId="{054FD4C4-80EB-4CA1-8DAE-ADCDE5472283}" dt="2026-10-15T17:20:19.366" v="2094" actId="790"/>
          <ac:spMkLst>
            <pc:docMk/>
            <pc:sldMk cId="1859684365" sldId="464"/>
            <ac:spMk id="5" creationId="{B728C8B9-A6FE-8BFD-B8E8-D23862EC1710}"/>
          </ac:spMkLst>
        </pc:spChg>
        <pc:spChg chg="mod">
          <ac:chgData name="surendra babu" userId="fd2be13734b9414b" providerId="LiveId" clId="{054FD4C4-80EB-4CA1-8DAE-ADCDE5472283}" dt="2026-10-15T17:20:19.391" v="2096" actId="790"/>
          <ac:spMkLst>
            <pc:docMk/>
            <pc:sldMk cId="1859684365" sldId="464"/>
            <ac:spMk id="7" creationId="{9D1F8888-384D-672F-5F26-A29205AEC8A8}"/>
          </ac:spMkLst>
        </pc:spChg>
        <pc:spChg chg="mod">
          <ac:chgData name="surendra babu" userId="fd2be13734b9414b" providerId="LiveId" clId="{054FD4C4-80EB-4CA1-8DAE-ADCDE5472283}" dt="2026-10-15T17:20:19.421" v="2098" actId="790"/>
          <ac:spMkLst>
            <pc:docMk/>
            <pc:sldMk cId="1859684365" sldId="464"/>
            <ac:spMk id="9" creationId="{8831E7C6-B1AA-81DC-D569-CE8E07EFCA1F}"/>
          </ac:spMkLst>
        </pc:spChg>
        <pc:spChg chg="mod">
          <ac:chgData name="surendra babu" userId="fd2be13734b9414b" providerId="LiveId" clId="{054FD4C4-80EB-4CA1-8DAE-ADCDE5472283}" dt="2026-10-15T17:20:19.457" v="2101" actId="207"/>
          <ac:spMkLst>
            <pc:docMk/>
            <pc:sldMk cId="1859684365" sldId="464"/>
            <ac:spMk id="11" creationId="{40231214-DEFC-9442-569A-6D5AAA13166D}"/>
          </ac:spMkLst>
        </pc:spChg>
        <pc:spChg chg="mod">
          <ac:chgData name="surendra babu" userId="fd2be13734b9414b" providerId="LiveId" clId="{054FD4C4-80EB-4CA1-8DAE-ADCDE5472283}" dt="2026-10-15T17:20:19.475" v="2103" actId="790"/>
          <ac:spMkLst>
            <pc:docMk/>
            <pc:sldMk cId="1859684365" sldId="464"/>
            <ac:spMk id="13" creationId="{E9F7EDFE-BD67-928A-7C67-72711ACC356E}"/>
          </ac:spMkLst>
        </pc:spChg>
        <pc:spChg chg="mod">
          <ac:chgData name="surendra babu" userId="fd2be13734b9414b" providerId="LiveId" clId="{054FD4C4-80EB-4CA1-8DAE-ADCDE5472283}" dt="2026-10-15T17:20:19.502" v="2105" actId="790"/>
          <ac:spMkLst>
            <pc:docMk/>
            <pc:sldMk cId="1859684365" sldId="464"/>
            <ac:spMk id="15" creationId="{0B56DBEA-16FC-129D-3E7B-1E4972FA59A4}"/>
          </ac:spMkLst>
        </pc:spChg>
        <pc:spChg chg="mod">
          <ac:chgData name="surendra babu" userId="fd2be13734b9414b" providerId="LiveId" clId="{054FD4C4-80EB-4CA1-8DAE-ADCDE5472283}" dt="2026-10-15T17:20:19.530" v="2107" actId="790"/>
          <ac:spMkLst>
            <pc:docMk/>
            <pc:sldMk cId="1859684365" sldId="464"/>
            <ac:spMk id="17" creationId="{801DCEAC-81A1-8BF1-58A8-111656F1B2D9}"/>
          </ac:spMkLst>
        </pc:spChg>
        <pc:spChg chg="del">
          <ac:chgData name="surendra babu" userId="fd2be13734b9414b" providerId="LiveId" clId="{054FD4C4-80EB-4CA1-8DAE-ADCDE5472283}" dt="2026-10-15T17:19:54.544" v="217"/>
          <ac:spMkLst>
            <pc:docMk/>
            <pc:sldMk cId="1859684365" sldId="464"/>
            <ac:spMk id="169" creationId="{00000000-0000-0000-0000-000000000000}"/>
          </ac:spMkLst>
        </pc:spChg>
        <pc:grpChg chg="mod ord">
          <ac:chgData name="surendra babu" userId="fd2be13734b9414b" providerId="LiveId" clId="{054FD4C4-80EB-4CA1-8DAE-ADCDE5472283}" dt="2026-10-15T17:20:37.020" v="3209"/>
          <ac:grpSpMkLst>
            <pc:docMk/>
            <pc:sldMk cId="1859684365" sldId="464"/>
            <ac:grpSpMk id="33" creationId="{04461234-AFF1-1DBC-DF8B-28F896744E49}"/>
          </ac:grpSpMkLst>
        </pc:grpChg>
        <pc:cxnChg chg="mod">
          <ac:chgData name="surendra babu" userId="fd2be13734b9414b" providerId="LiveId" clId="{054FD4C4-80EB-4CA1-8DAE-ADCDE5472283}" dt="2026-10-15T17:20:19.386" v="2095" actId="790"/>
          <ac:cxnSpMkLst>
            <pc:docMk/>
            <pc:sldMk cId="1859684365" sldId="464"/>
            <ac:cxnSpMk id="19" creationId="{C81571E2-8756-C04C-65CB-6EAF563FF474}"/>
          </ac:cxnSpMkLst>
        </pc:cxnChg>
        <pc:cxnChg chg="mod">
          <ac:chgData name="surendra babu" userId="fd2be13734b9414b" providerId="LiveId" clId="{054FD4C4-80EB-4CA1-8DAE-ADCDE5472283}" dt="2026-10-15T17:20:04.604" v="1098"/>
          <ac:cxnSpMkLst>
            <pc:docMk/>
            <pc:sldMk cId="1859684365" sldId="464"/>
            <ac:cxnSpMk id="20" creationId="{65761C5B-3F07-19CF-2CF5-8329513F2682}"/>
          </ac:cxnSpMkLst>
        </pc:cxnChg>
        <pc:cxnChg chg="mod">
          <ac:chgData name="surendra babu" userId="fd2be13734b9414b" providerId="LiveId" clId="{054FD4C4-80EB-4CA1-8DAE-ADCDE5472283}" dt="2026-10-15T17:20:04.618" v="1104"/>
          <ac:cxnSpMkLst>
            <pc:docMk/>
            <pc:sldMk cId="1859684365" sldId="464"/>
            <ac:cxnSpMk id="21" creationId="{D00C5F30-5441-D127-7EE8-8BA83ABF8F08}"/>
          </ac:cxnSpMkLst>
        </pc:cxnChg>
        <pc:cxnChg chg="mod">
          <ac:chgData name="surendra babu" userId="fd2be13734b9414b" providerId="LiveId" clId="{054FD4C4-80EB-4CA1-8DAE-ADCDE5472283}" dt="2026-10-15T17:20:04.632" v="1110"/>
          <ac:cxnSpMkLst>
            <pc:docMk/>
            <pc:sldMk cId="1859684365" sldId="464"/>
            <ac:cxnSpMk id="23" creationId="{E3DF7EC6-5C27-A1BA-4703-458B5931D48B}"/>
          </ac:cxnSpMkLst>
        </pc:cxnChg>
        <pc:cxnChg chg="mod">
          <ac:chgData name="surendra babu" userId="fd2be13734b9414b" providerId="LiveId" clId="{054FD4C4-80EB-4CA1-8DAE-ADCDE5472283}" dt="2026-10-15T17:20:04.645" v="1116"/>
          <ac:cxnSpMkLst>
            <pc:docMk/>
            <pc:sldMk cId="1859684365" sldId="464"/>
            <ac:cxnSpMk id="24" creationId="{C42BB8D2-9356-CB7F-CBE4-3194B08F52E2}"/>
          </ac:cxnSpMkLst>
        </pc:cxnChg>
        <pc:cxnChg chg="mod">
          <ac:chgData name="surendra babu" userId="fd2be13734b9414b" providerId="LiveId" clId="{054FD4C4-80EB-4CA1-8DAE-ADCDE5472283}" dt="2026-10-15T17:20:04.658" v="1122"/>
          <ac:cxnSpMkLst>
            <pc:docMk/>
            <pc:sldMk cId="1859684365" sldId="464"/>
            <ac:cxnSpMk id="25" creationId="{D5EE31AC-4DB7-7AD7-451C-017CD85E2DF6}"/>
          </ac:cxnSpMkLst>
        </pc:cxnChg>
        <pc:cxnChg chg="mod">
          <ac:chgData name="surendra babu" userId="fd2be13734b9414b" providerId="LiveId" clId="{054FD4C4-80EB-4CA1-8DAE-ADCDE5472283}" dt="2026-10-15T17:20:19.332" v="2091" actId="790"/>
          <ac:cxnSpMkLst>
            <pc:docMk/>
            <pc:sldMk cId="1859684365" sldId="464"/>
            <ac:cxnSpMk id="26" creationId="{A24DD09F-5D69-863C-5424-61DC67889D64}"/>
          </ac:cxnSpMkLst>
        </pc:cxnChg>
      </pc:sldChg>
      <pc:sldChg chg="addSp delSp modSp mod">
        <pc:chgData name="surendra babu" userId="fd2be13734b9414b" providerId="LiveId" clId="{054FD4C4-80EB-4CA1-8DAE-ADCDE5472283}" dt="2026-10-15T17:20:37.055" v="3217"/>
        <pc:sldMkLst>
          <pc:docMk/>
          <pc:sldMk cId="2578195230" sldId="465"/>
        </pc:sldMkLst>
        <pc:spChg chg="del">
          <ac:chgData name="surendra babu" userId="fd2be13734b9414b" providerId="LiveId" clId="{054FD4C4-80EB-4CA1-8DAE-ADCDE5472283}" dt="2026-10-15T17:19:54.784" v="235"/>
          <ac:spMkLst>
            <pc:docMk/>
            <pc:sldMk cId="2578195230" sldId="465"/>
            <ac:spMk id="4" creationId="{EC1E7147-9EF3-47CF-95FB-DE5A76C199B3}"/>
          </ac:spMkLst>
        </pc:spChg>
        <pc:spChg chg="mod">
          <ac:chgData name="surendra babu" userId="fd2be13734b9414b" providerId="LiveId" clId="{054FD4C4-80EB-4CA1-8DAE-ADCDE5472283}" dt="2026-10-15T17:20:04.836" v="1146"/>
          <ac:spMkLst>
            <pc:docMk/>
            <pc:sldMk cId="2578195230" sldId="465"/>
            <ac:spMk id="5" creationId="{127B1C0A-2E3F-4AF2-B568-A4E9080690A9}"/>
          </ac:spMkLst>
        </pc:spChg>
        <pc:spChg chg="add mod ord">
          <ac:chgData name="surendra babu" userId="fd2be13734b9414b" providerId="LiveId" clId="{054FD4C4-80EB-4CA1-8DAE-ADCDE5472283}" dt="2026-10-15T17:20:37.053" v="3215"/>
          <ac:spMkLst>
            <pc:docMk/>
            <pc:sldMk cId="2578195230" sldId="465"/>
            <ac:spMk id="6" creationId="{DA0C033D-C35C-2FE8-2ADA-A6A64C0F3422}"/>
          </ac:spMkLst>
        </pc:spChg>
        <pc:spChg chg="mod ord">
          <ac:chgData name="surendra babu" userId="fd2be13734b9414b" providerId="LiveId" clId="{054FD4C4-80EB-4CA1-8DAE-ADCDE5472283}" dt="2026-10-15T17:20:37.055" v="3217"/>
          <ac:spMkLst>
            <pc:docMk/>
            <pc:sldMk cId="2578195230" sldId="465"/>
            <ac:spMk id="57" creationId="{00000000-0000-0000-0000-000000000000}"/>
          </ac:spMkLst>
        </pc:spChg>
        <pc:grpChg chg="mod ord">
          <ac:chgData name="surendra babu" userId="fd2be13734b9414b" providerId="LiveId" clId="{054FD4C4-80EB-4CA1-8DAE-ADCDE5472283}" dt="2026-10-15T17:20:37.050" v="3213"/>
          <ac:grpSpMkLst>
            <pc:docMk/>
            <pc:sldMk cId="2578195230" sldId="465"/>
            <ac:grpSpMk id="3" creationId="{7A936353-AFC1-429E-9545-E2157ADF4FEE}"/>
          </ac:grpSpMkLst>
        </pc:grpChg>
        <pc:picChg chg="mod">
          <ac:chgData name="surendra babu" userId="fd2be13734b9414b" providerId="LiveId" clId="{054FD4C4-80EB-4CA1-8DAE-ADCDE5472283}" dt="2026-10-15T17:20:04.818" v="1140"/>
          <ac:picMkLst>
            <pc:docMk/>
            <pc:sldMk cId="2578195230" sldId="465"/>
            <ac:picMk id="2" creationId="{B99A8874-8A52-48D5-B1DF-062B21CA72E9}"/>
          </ac:picMkLst>
        </pc:picChg>
        <pc:cxnChg chg="mod">
          <ac:chgData name="surendra babu" userId="fd2be13734b9414b" providerId="LiveId" clId="{054FD4C4-80EB-4CA1-8DAE-ADCDE5472283}" dt="2026-10-15T17:20:04.846" v="1152"/>
          <ac:cxnSpMkLst>
            <pc:docMk/>
            <pc:sldMk cId="2578195230" sldId="465"/>
            <ac:cxnSpMk id="8" creationId="{63AF1BC1-AEE1-4020-BEC0-A208E923DAC9}"/>
          </ac:cxnSpMkLst>
        </pc:cxnChg>
      </pc:sldChg>
      <pc:sldChg chg="addSp delSp modSp mod">
        <pc:chgData name="surendra babu" userId="fd2be13734b9414b" providerId="LiveId" clId="{054FD4C4-80EB-4CA1-8DAE-ADCDE5472283}" dt="2026-10-15T17:20:38.664" v="3345"/>
        <pc:sldMkLst>
          <pc:docMk/>
          <pc:sldMk cId="2069516108" sldId="466"/>
        </pc:sldMkLst>
        <pc:spChg chg="add mod ord">
          <ac:chgData name="surendra babu" userId="fd2be13734b9414b" providerId="LiveId" clId="{054FD4C4-80EB-4CA1-8DAE-ADCDE5472283}" dt="2026-10-15T17:20:38.664" v="3345"/>
          <ac:spMkLst>
            <pc:docMk/>
            <pc:sldMk cId="2069516108" sldId="466"/>
            <ac:spMk id="2" creationId="{8632B6DE-CBD3-EE52-9221-D1996272E835}"/>
          </ac:spMkLst>
        </pc:spChg>
        <pc:spChg chg="mod">
          <ac:chgData name="surendra babu" userId="fd2be13734b9414b" providerId="LiveId" clId="{054FD4C4-80EB-4CA1-8DAE-ADCDE5472283}" dt="2026-10-15T17:20:35.932" v="3122" actId="790"/>
          <ac:spMkLst>
            <pc:docMk/>
            <pc:sldMk cId="2069516108" sldId="466"/>
            <ac:spMk id="3" creationId="{ABDDE6BE-FE7D-50E8-0DCB-5C10F84E1C64}"/>
          </ac:spMkLst>
        </pc:spChg>
        <pc:spChg chg="del">
          <ac:chgData name="surendra babu" userId="fd2be13734b9414b" providerId="LiveId" clId="{054FD4C4-80EB-4CA1-8DAE-ADCDE5472283}" dt="2026-10-15T17:20:02.163" v="940"/>
          <ac:spMkLst>
            <pc:docMk/>
            <pc:sldMk cId="2069516108" sldId="466"/>
            <ac:spMk id="4" creationId="{BFD2C90A-9A60-DAF8-60FA-23604B78C137}"/>
          </ac:spMkLst>
        </pc:spChg>
        <pc:picChg chg="mod">
          <ac:chgData name="surendra babu" userId="fd2be13734b9414b" providerId="LiveId" clId="{054FD4C4-80EB-4CA1-8DAE-ADCDE5472283}" dt="2026-10-15T17:20:11.120" v="1686"/>
          <ac:picMkLst>
            <pc:docMk/>
            <pc:sldMk cId="2069516108" sldId="466"/>
            <ac:picMk id="14" creationId="{872D49D9-CECD-2DD0-96BE-55C41B1E0698}"/>
          </ac:picMkLst>
        </pc:picChg>
        <pc:picChg chg="mod">
          <ac:chgData name="surendra babu" userId="fd2be13734b9414b" providerId="LiveId" clId="{054FD4C4-80EB-4CA1-8DAE-ADCDE5472283}" dt="2026-10-15T17:20:11.132" v="1692"/>
          <ac:picMkLst>
            <pc:docMk/>
            <pc:sldMk cId="2069516108" sldId="466"/>
            <ac:picMk id="22" creationId="{21F10467-FD82-2961-3B66-C21BDB431968}"/>
          </ac:picMkLst>
        </pc:picChg>
        <pc:picChg chg="mod">
          <ac:chgData name="surendra babu" userId="fd2be13734b9414b" providerId="LiveId" clId="{054FD4C4-80EB-4CA1-8DAE-ADCDE5472283}" dt="2026-10-15T17:20:11.147" v="1698"/>
          <ac:picMkLst>
            <pc:docMk/>
            <pc:sldMk cId="2069516108" sldId="466"/>
            <ac:picMk id="24" creationId="{7E7FEEE3-A096-693C-E70C-A548F3D0364A}"/>
          </ac:picMkLst>
        </pc:picChg>
        <pc:cxnChg chg="mod">
          <ac:chgData name="surendra babu" userId="fd2be13734b9414b" providerId="LiveId" clId="{054FD4C4-80EB-4CA1-8DAE-ADCDE5472283}" dt="2026-10-15T17:20:11.158" v="1704"/>
          <ac:cxnSpMkLst>
            <pc:docMk/>
            <pc:sldMk cId="2069516108" sldId="466"/>
            <ac:cxnSpMk id="5" creationId="{3E3D3CAE-1552-0468-DFB1-1E45FA0A4E2D}"/>
          </ac:cxnSpMkLst>
        </pc:cxnChg>
        <pc:cxnChg chg="mod">
          <ac:chgData name="surendra babu" userId="fd2be13734b9414b" providerId="LiveId" clId="{054FD4C4-80EB-4CA1-8DAE-ADCDE5472283}" dt="2026-10-15T17:20:11.171" v="1710"/>
          <ac:cxnSpMkLst>
            <pc:docMk/>
            <pc:sldMk cId="2069516108" sldId="466"/>
            <ac:cxnSpMk id="6" creationId="{77152433-DF40-3AD7-D2F6-C1719932B205}"/>
          </ac:cxnSpMkLst>
        </pc:cxnChg>
        <pc:cxnChg chg="mod">
          <ac:chgData name="surendra babu" userId="fd2be13734b9414b" providerId="LiveId" clId="{054FD4C4-80EB-4CA1-8DAE-ADCDE5472283}" dt="2026-10-15T17:20:11.181" v="1716"/>
          <ac:cxnSpMkLst>
            <pc:docMk/>
            <pc:sldMk cId="2069516108" sldId="466"/>
            <ac:cxnSpMk id="8" creationId="{09464D3B-07CE-552E-1C3B-B4FC22870F28}"/>
          </ac:cxnSpMkLst>
        </pc:cxnChg>
      </pc:sldChg>
      <pc:sldChg chg="addSp delSp modSp mod">
        <pc:chgData name="surendra babu" userId="fd2be13734b9414b" providerId="LiveId" clId="{054FD4C4-80EB-4CA1-8DAE-ADCDE5472283}" dt="2026-10-15T17:20:37.390" v="3247"/>
        <pc:sldMkLst>
          <pc:docMk/>
          <pc:sldMk cId="347502797" sldId="467"/>
        </pc:sldMkLst>
        <pc:spChg chg="add mod ord">
          <ac:chgData name="surendra babu" userId="fd2be13734b9414b" providerId="LiveId" clId="{054FD4C4-80EB-4CA1-8DAE-ADCDE5472283}" dt="2026-10-15T17:20:37.390" v="3247"/>
          <ac:spMkLst>
            <pc:docMk/>
            <pc:sldMk cId="347502797" sldId="467"/>
            <ac:spMk id="2" creationId="{F35D241B-AFB8-E54D-B1C8-86A829532370}"/>
          </ac:spMkLst>
        </pc:spChg>
        <pc:spChg chg="mod ord">
          <ac:chgData name="surendra babu" userId="fd2be13734b9414b" providerId="LiveId" clId="{054FD4C4-80EB-4CA1-8DAE-ADCDE5472283}" dt="2026-10-15T17:20:37.388" v="3245"/>
          <ac:spMkLst>
            <pc:docMk/>
            <pc:sldMk cId="347502797" sldId="467"/>
            <ac:spMk id="4" creationId="{23921686-B006-48AC-AC94-E9DDAF3C035B}"/>
          </ac:spMkLst>
        </pc:spChg>
        <pc:spChg chg="del">
          <ac:chgData name="surendra babu" userId="fd2be13734b9414b" providerId="LiveId" clId="{054FD4C4-80EB-4CA1-8DAE-ADCDE5472283}" dt="2026-10-15T17:19:56.766" v="408"/>
          <ac:spMkLst>
            <pc:docMk/>
            <pc:sldMk cId="347502797" sldId="467"/>
            <ac:spMk id="78" creationId="{00000000-0000-0000-0000-000000000000}"/>
          </ac:spMkLst>
        </pc:spChg>
        <pc:spChg chg="mod ord">
          <ac:chgData name="surendra babu" userId="fd2be13734b9414b" providerId="LiveId" clId="{054FD4C4-80EB-4CA1-8DAE-ADCDE5472283}" dt="2026-10-15T17:20:37.386" v="3243"/>
          <ac:spMkLst>
            <pc:docMk/>
            <pc:sldMk cId="347502797" sldId="467"/>
            <ac:spMk id="79" creationId="{00000000-0000-0000-0000-000000000000}"/>
          </ac:spMkLst>
        </pc:spChg>
      </pc:sldChg>
      <pc:sldChg chg="addSp delSp modSp mod">
        <pc:chgData name="surendra babu" userId="fd2be13734b9414b" providerId="LiveId" clId="{054FD4C4-80EB-4CA1-8DAE-ADCDE5472283}" dt="2026-10-15T17:20:38.809" v="3351"/>
        <pc:sldMkLst>
          <pc:docMk/>
          <pc:sldMk cId="2004465890" sldId="470"/>
        </pc:sldMkLst>
        <pc:spChg chg="add mod ord">
          <ac:chgData name="surendra babu" userId="fd2be13734b9414b" providerId="LiveId" clId="{054FD4C4-80EB-4CA1-8DAE-ADCDE5472283}" dt="2026-10-15T17:20:38.809" v="3351"/>
          <ac:spMkLst>
            <pc:docMk/>
            <pc:sldMk cId="2004465890" sldId="470"/>
            <ac:spMk id="2" creationId="{15497859-BA53-EA36-7A60-6C56A9AC27B3}"/>
          </ac:spMkLst>
        </pc:spChg>
        <pc:spChg chg="del">
          <ac:chgData name="surendra babu" userId="fd2be13734b9414b" providerId="LiveId" clId="{054FD4C4-80EB-4CA1-8DAE-ADCDE5472283}" dt="2026-10-15T17:20:02.723" v="994"/>
          <ac:spMkLst>
            <pc:docMk/>
            <pc:sldMk cId="2004465890" sldId="470"/>
            <ac:spMk id="3" creationId="{C8472AFA-5390-7A8D-F072-3DCD5930984F}"/>
          </ac:spMkLst>
        </pc:spChg>
        <pc:spChg chg="mod">
          <ac:chgData name="surendra babu" userId="fd2be13734b9414b" providerId="LiveId" clId="{054FD4C4-80EB-4CA1-8DAE-ADCDE5472283}" dt="2026-10-15T17:20:36.190" v="3136" actId="790"/>
          <ac:spMkLst>
            <pc:docMk/>
            <pc:sldMk cId="2004465890" sldId="470"/>
            <ac:spMk id="4" creationId="{6579A102-21C3-3831-A81C-8A2E136A4E96}"/>
          </ac:spMkLst>
        </pc:spChg>
        <pc:spChg chg="add mod">
          <ac:chgData name="surendra babu" userId="fd2be13734b9414b" providerId="LiveId" clId="{054FD4C4-80EB-4CA1-8DAE-ADCDE5472283}" dt="2026-10-15T17:20:11.763" v="1806"/>
          <ac:spMkLst>
            <pc:docMk/>
            <pc:sldMk cId="2004465890" sldId="470"/>
            <ac:spMk id="8" creationId="{97D0C699-DED4-2187-461D-6FE8BE4CB34C}"/>
          </ac:spMkLst>
        </pc:spChg>
        <pc:spChg chg="mod">
          <ac:chgData name="surendra babu" userId="fd2be13734b9414b" providerId="LiveId" clId="{054FD4C4-80EB-4CA1-8DAE-ADCDE5472283}" dt="2026-10-15T17:20:36.236" v="3139" actId="790"/>
          <ac:spMkLst>
            <pc:docMk/>
            <pc:sldMk cId="2004465890" sldId="470"/>
            <ac:spMk id="9" creationId="{AC95D600-B75E-968C-DBEE-954A63FC0AF2}"/>
          </ac:spMkLst>
        </pc:spChg>
        <pc:spChg chg="mod">
          <ac:chgData name="surendra babu" userId="fd2be13734b9414b" providerId="LiveId" clId="{054FD4C4-80EB-4CA1-8DAE-ADCDE5472283}" dt="2026-10-15T17:20:36.263" v="3141" actId="790"/>
          <ac:spMkLst>
            <pc:docMk/>
            <pc:sldMk cId="2004465890" sldId="470"/>
            <ac:spMk id="14" creationId="{7BFE16C2-7021-FE1F-CD83-2C739B98FA9C}"/>
          </ac:spMkLst>
        </pc:spChg>
        <pc:spChg chg="mod">
          <ac:chgData name="surendra babu" userId="fd2be13734b9414b" providerId="LiveId" clId="{054FD4C4-80EB-4CA1-8DAE-ADCDE5472283}" dt="2026-10-15T17:20:36.293" v="3143" actId="790"/>
          <ac:spMkLst>
            <pc:docMk/>
            <pc:sldMk cId="2004465890" sldId="470"/>
            <ac:spMk id="25" creationId="{D556EA15-570A-E32A-C447-31C2E217EFF9}"/>
          </ac:spMkLst>
        </pc:spChg>
        <pc:spChg chg="mod">
          <ac:chgData name="surendra babu" userId="fd2be13734b9414b" providerId="LiveId" clId="{054FD4C4-80EB-4CA1-8DAE-ADCDE5472283}" dt="2026-10-15T17:20:36.320" v="3145" actId="790"/>
          <ac:spMkLst>
            <pc:docMk/>
            <pc:sldMk cId="2004465890" sldId="470"/>
            <ac:spMk id="26" creationId="{B32DE764-1DFC-48BB-7D95-CE2806B9803A}"/>
          </ac:spMkLst>
        </pc:spChg>
        <pc:picChg chg="mod">
          <ac:chgData name="surendra babu" userId="fd2be13734b9414b" providerId="LiveId" clId="{054FD4C4-80EB-4CA1-8DAE-ADCDE5472283}" dt="2026-10-15T17:20:11.576" v="1764"/>
          <ac:picMkLst>
            <pc:docMk/>
            <pc:sldMk cId="2004465890" sldId="470"/>
            <ac:picMk id="5" creationId="{B84D3B95-9577-5B06-4AD5-267A31E6C4FE}"/>
          </ac:picMkLst>
        </pc:picChg>
        <pc:picChg chg="mod">
          <ac:chgData name="surendra babu" userId="fd2be13734b9414b" providerId="LiveId" clId="{054FD4C4-80EB-4CA1-8DAE-ADCDE5472283}" dt="2026-10-15T17:20:11.591" v="1770"/>
          <ac:picMkLst>
            <pc:docMk/>
            <pc:sldMk cId="2004465890" sldId="470"/>
            <ac:picMk id="6" creationId="{2C266A65-47A5-725C-09D5-49E3E6D54BC1}"/>
          </ac:picMkLst>
        </pc:picChg>
        <pc:picChg chg="mod">
          <ac:chgData name="surendra babu" userId="fd2be13734b9414b" providerId="LiveId" clId="{054FD4C4-80EB-4CA1-8DAE-ADCDE5472283}" dt="2026-10-15T17:20:11.650" v="1776"/>
          <ac:picMkLst>
            <pc:docMk/>
            <pc:sldMk cId="2004465890" sldId="470"/>
            <ac:picMk id="16" creationId="{F9A62A84-51A2-E1D3-6ACC-BA726A8F5EDD}"/>
          </ac:picMkLst>
        </pc:picChg>
        <pc:picChg chg="mod">
          <ac:chgData name="surendra babu" userId="fd2be13734b9414b" providerId="LiveId" clId="{054FD4C4-80EB-4CA1-8DAE-ADCDE5472283}" dt="2026-10-15T17:20:11.665" v="1782"/>
          <ac:picMkLst>
            <pc:docMk/>
            <pc:sldMk cId="2004465890" sldId="470"/>
            <ac:picMk id="18" creationId="{D8AAED11-1141-AB16-E13A-185B1A19DBC9}"/>
          </ac:picMkLst>
        </pc:picChg>
        <pc:picChg chg="mod">
          <ac:chgData name="surendra babu" userId="fd2be13734b9414b" providerId="LiveId" clId="{054FD4C4-80EB-4CA1-8DAE-ADCDE5472283}" dt="2026-10-15T17:20:11.721" v="1800"/>
          <ac:picMkLst>
            <pc:docMk/>
            <pc:sldMk cId="2004465890" sldId="470"/>
            <ac:picMk id="27" creationId="{76577726-249C-8EE5-9611-523632071DF0}"/>
          </ac:picMkLst>
        </pc:picChg>
      </pc:sldChg>
      <pc:sldChg chg="addSp delSp modSp mod modAnim">
        <pc:chgData name="surendra babu" userId="fd2be13734b9414b" providerId="LiveId" clId="{054FD4C4-80EB-4CA1-8DAE-ADCDE5472283}" dt="2026-10-15T17:20:36.887" v="3193"/>
        <pc:sldMkLst>
          <pc:docMk/>
          <pc:sldMk cId="3791530879" sldId="471"/>
        </pc:sldMkLst>
        <pc:spChg chg="add mod ord">
          <ac:chgData name="surendra babu" userId="fd2be13734b9414b" providerId="LiveId" clId="{054FD4C4-80EB-4CA1-8DAE-ADCDE5472283}" dt="2026-10-15T17:20:36.887" v="3193"/>
          <ac:spMkLst>
            <pc:docMk/>
            <pc:sldMk cId="3791530879" sldId="471"/>
            <ac:spMk id="3" creationId="{DF627614-9E47-5FE1-DBD5-8F0B8C57975B}"/>
          </ac:spMkLst>
        </pc:spChg>
        <pc:spChg chg="del">
          <ac:chgData name="surendra babu" userId="fd2be13734b9414b" providerId="LiveId" clId="{054FD4C4-80EB-4CA1-8DAE-ADCDE5472283}" dt="2026-10-15T17:19:53.704" v="134"/>
          <ac:spMkLst>
            <pc:docMk/>
            <pc:sldMk cId="3791530879" sldId="471"/>
            <ac:spMk id="4" creationId="{EC1E7147-9EF3-47CF-95FB-DE5A76C199B3}"/>
          </ac:spMkLst>
        </pc:spChg>
        <pc:spChg chg="mod">
          <ac:chgData name="surendra babu" userId="fd2be13734b9414b" providerId="LiveId" clId="{054FD4C4-80EB-4CA1-8DAE-ADCDE5472283}" dt="2026-10-15T17:20:18.119" v="1997" actId="20577"/>
          <ac:spMkLst>
            <pc:docMk/>
            <pc:sldMk cId="3791530879" sldId="471"/>
            <ac:spMk id="5" creationId="{EA0340CE-60A4-1664-5BB3-D1DEE3F47A37}"/>
          </ac:spMkLst>
        </pc:spChg>
        <pc:spChg chg="mod">
          <ac:chgData name="surendra babu" userId="fd2be13734b9414b" providerId="LiveId" clId="{054FD4C4-80EB-4CA1-8DAE-ADCDE5472283}" dt="2026-10-15T17:20:18.074" v="1993" actId="20577"/>
          <ac:spMkLst>
            <pc:docMk/>
            <pc:sldMk cId="3791530879" sldId="471"/>
            <ac:spMk id="57" creationId="{00000000-0000-0000-0000-000000000000}"/>
          </ac:spMkLst>
        </pc:spChg>
        <pc:picChg chg="mod">
          <ac:chgData name="surendra babu" userId="fd2be13734b9414b" providerId="LiveId" clId="{054FD4C4-80EB-4CA1-8DAE-ADCDE5472283}" dt="2026-10-15T17:20:04.031" v="1068"/>
          <ac:picMkLst>
            <pc:docMk/>
            <pc:sldMk cId="3791530879" sldId="471"/>
            <ac:picMk id="2" creationId="{0C27FB4F-4F9C-44B1-A51C-8F6BB28A0D9E}"/>
          </ac:picMkLst>
        </pc:picChg>
      </pc:sldChg>
      <pc:sldChg chg="addSp delSp modSp mod">
        <pc:chgData name="surendra babu" userId="fd2be13734b9414b" providerId="LiveId" clId="{054FD4C4-80EB-4CA1-8DAE-ADCDE5472283}" dt="2026-10-15T17:20:38.161" v="3299"/>
        <pc:sldMkLst>
          <pc:docMk/>
          <pc:sldMk cId="4216585748" sldId="475"/>
        </pc:sldMkLst>
        <pc:spChg chg="add mod ord">
          <ac:chgData name="surendra babu" userId="fd2be13734b9414b" providerId="LiveId" clId="{054FD4C4-80EB-4CA1-8DAE-ADCDE5472283}" dt="2026-10-15T17:20:38.161" v="3299"/>
          <ac:spMkLst>
            <pc:docMk/>
            <pc:sldMk cId="4216585748" sldId="475"/>
            <ac:spMk id="2" creationId="{41C290B4-9051-B4BE-83CD-75402AFF14E5}"/>
          </ac:spMkLst>
        </pc:spChg>
        <pc:spChg chg="mod">
          <ac:chgData name="surendra babu" userId="fd2be13734b9414b" providerId="LiveId" clId="{054FD4C4-80EB-4CA1-8DAE-ADCDE5472283}" dt="2026-10-15T17:20:31.640" v="2837" actId="790"/>
          <ac:spMkLst>
            <pc:docMk/>
            <pc:sldMk cId="4216585748" sldId="475"/>
            <ac:spMk id="3" creationId="{A77C267E-2B6D-D067-044F-F250F8A1D77E}"/>
          </ac:spMkLst>
        </pc:spChg>
        <pc:spChg chg="del">
          <ac:chgData name="surendra babu" userId="fd2be13734b9414b" providerId="LiveId" clId="{054FD4C4-80EB-4CA1-8DAE-ADCDE5472283}" dt="2026-10-15T17:20:00.183" v="727"/>
          <ac:spMkLst>
            <pc:docMk/>
            <pc:sldMk cId="4216585748" sldId="475"/>
            <ac:spMk id="4" creationId="{5989D0A5-248A-E1BF-0553-88761C04B998}"/>
          </ac:spMkLst>
        </pc:spChg>
        <pc:picChg chg="mod">
          <ac:chgData name="surendra babu" userId="fd2be13734b9414b" providerId="LiveId" clId="{054FD4C4-80EB-4CA1-8DAE-ADCDE5472283}" dt="2026-10-15T17:20:09.400" v="1581"/>
          <ac:picMkLst>
            <pc:docMk/>
            <pc:sldMk cId="4216585748" sldId="475"/>
            <ac:picMk id="35" creationId="{D5AAEBC6-3602-6491-B047-850D2D7AAF2A}"/>
          </ac:picMkLst>
        </pc:picChg>
      </pc:sldChg>
      <pc:sldChg chg="delSp modSp mod">
        <pc:chgData name="surendra babu" userId="fd2be13734b9414b" providerId="LiveId" clId="{054FD4C4-80EB-4CA1-8DAE-ADCDE5472283}" dt="2026-10-15T17:20:38.011" v="3289"/>
        <pc:sldMkLst>
          <pc:docMk/>
          <pc:sldMk cId="2396421560" sldId="476"/>
        </pc:sldMkLst>
        <pc:spChg chg="mod ord">
          <ac:chgData name="surendra babu" userId="fd2be13734b9414b" providerId="LiveId" clId="{054FD4C4-80EB-4CA1-8DAE-ADCDE5472283}" dt="2026-10-15T17:20:38.011" v="3289"/>
          <ac:spMkLst>
            <pc:docMk/>
            <pc:sldMk cId="2396421560" sldId="476"/>
            <ac:spMk id="2" creationId="{655DB8EF-91C1-F9B9-77B8-56BA6CE81A38}"/>
          </ac:spMkLst>
        </pc:spChg>
        <pc:spChg chg="del">
          <ac:chgData name="surendra babu" userId="fd2be13734b9414b" providerId="LiveId" clId="{054FD4C4-80EB-4CA1-8DAE-ADCDE5472283}" dt="2026-10-15T17:19:50.528" v="13"/>
          <ac:spMkLst>
            <pc:docMk/>
            <pc:sldMk cId="2396421560" sldId="476"/>
            <ac:spMk id="3" creationId="{29ACE1A1-873B-41A5-E5D3-08DE3CD77523}"/>
          </ac:spMkLst>
        </pc:spChg>
        <pc:picChg chg="mod ord">
          <ac:chgData name="surendra babu" userId="fd2be13734b9414b" providerId="LiveId" clId="{054FD4C4-80EB-4CA1-8DAE-ADCDE5472283}" dt="2026-10-15T17:20:38.009" v="3287"/>
          <ac:picMkLst>
            <pc:docMk/>
            <pc:sldMk cId="2396421560" sldId="476"/>
            <ac:picMk id="4" creationId="{AB85AEA7-BF81-7549-5F4C-88383CE543D7}"/>
          </ac:picMkLst>
        </pc:picChg>
      </pc:sldChg>
      <pc:sldChg chg="addSp modSp mod">
        <pc:chgData name="surendra babu" userId="fd2be13734b9414b" providerId="LiveId" clId="{054FD4C4-80EB-4CA1-8DAE-ADCDE5472283}" dt="2026-10-15T17:20:37.628" v="3265"/>
        <pc:sldMkLst>
          <pc:docMk/>
          <pc:sldMk cId="3791070843" sldId="478"/>
        </pc:sldMkLst>
        <pc:spChg chg="add mod ord">
          <ac:chgData name="surendra babu" userId="fd2be13734b9414b" providerId="LiveId" clId="{054FD4C4-80EB-4CA1-8DAE-ADCDE5472283}" dt="2026-10-15T17:20:37.628" v="3265"/>
          <ac:spMkLst>
            <pc:docMk/>
            <pc:sldMk cId="3791070843" sldId="478"/>
            <ac:spMk id="2" creationId="{81C489B7-E397-FE25-161E-285626431812}"/>
          </ac:spMkLst>
        </pc:spChg>
        <pc:spChg chg="mod">
          <ac:chgData name="surendra babu" userId="fd2be13734b9414b" providerId="LiveId" clId="{054FD4C4-80EB-4CA1-8DAE-ADCDE5472283}" dt="2026-10-15T17:20:07.312" v="1419"/>
          <ac:spMkLst>
            <pc:docMk/>
            <pc:sldMk cId="3791070843" sldId="478"/>
            <ac:spMk id="12" creationId="{13073634-ACFA-2657-F1EA-A1932A7FB99A}"/>
          </ac:spMkLst>
        </pc:spChg>
        <pc:grpChg chg="mod ord">
          <ac:chgData name="surendra babu" userId="fd2be13734b9414b" providerId="LiveId" clId="{054FD4C4-80EB-4CA1-8DAE-ADCDE5472283}" dt="2026-10-15T17:20:37.626" v="3263"/>
          <ac:grpSpMkLst>
            <pc:docMk/>
            <pc:sldMk cId="3791070843" sldId="478"/>
            <ac:grpSpMk id="15" creationId="{E14999E6-E288-3B8B-9590-777C11E2A655}"/>
          </ac:grpSpMkLst>
        </pc:grpChg>
        <pc:picChg chg="mod">
          <ac:chgData name="surendra babu" userId="fd2be13734b9414b" providerId="LiveId" clId="{054FD4C4-80EB-4CA1-8DAE-ADCDE5472283}" dt="2026-10-15T17:20:07.292" v="1413"/>
          <ac:picMkLst>
            <pc:docMk/>
            <pc:sldMk cId="3791070843" sldId="478"/>
            <ac:picMk id="5" creationId="{C8A65037-65EE-D1FF-937B-FD0FBCF3B797}"/>
          </ac:picMkLst>
        </pc:picChg>
      </pc:sldChg>
      <pc:sldChg chg="addSp delSp modSp mod">
        <pc:chgData name="surendra babu" userId="fd2be13734b9414b" providerId="LiveId" clId="{054FD4C4-80EB-4CA1-8DAE-ADCDE5472283}" dt="2026-10-15T17:20:37.845" v="3277"/>
        <pc:sldMkLst>
          <pc:docMk/>
          <pc:sldMk cId="1027376762" sldId="479"/>
        </pc:sldMkLst>
        <pc:spChg chg="add mod ord">
          <ac:chgData name="surendra babu" userId="fd2be13734b9414b" providerId="LiveId" clId="{054FD4C4-80EB-4CA1-8DAE-ADCDE5472283}" dt="2026-10-15T17:20:37.845" v="3277"/>
          <ac:spMkLst>
            <pc:docMk/>
            <pc:sldMk cId="1027376762" sldId="479"/>
            <ac:spMk id="2" creationId="{AC9778CC-E7A6-AD9F-3124-370F74EE37A8}"/>
          </ac:spMkLst>
        </pc:spChg>
        <pc:spChg chg="del">
          <ac:chgData name="surendra babu" userId="fd2be13734b9414b" providerId="LiveId" clId="{054FD4C4-80EB-4CA1-8DAE-ADCDE5472283}" dt="2026-10-15T17:19:58.689" v="599"/>
          <ac:spMkLst>
            <pc:docMk/>
            <pc:sldMk cId="1027376762" sldId="479"/>
            <ac:spMk id="8" creationId="{5213CEBE-5990-53BF-50B5-3CAAFD01C844}"/>
          </ac:spMkLst>
        </pc:spChg>
        <pc:spChg chg="del">
          <ac:chgData name="surendra babu" userId="fd2be13734b9414b" providerId="LiveId" clId="{054FD4C4-80EB-4CA1-8DAE-ADCDE5472283}" dt="2026-10-15T17:19:50.190" v="11"/>
          <ac:spMkLst>
            <pc:docMk/>
            <pc:sldMk cId="1027376762" sldId="479"/>
            <ac:spMk id="10" creationId="{39B260C9-B11C-47E0-0343-5CA8EA3D62DC}"/>
          </ac:spMkLst>
        </pc:spChg>
        <pc:picChg chg="mod ord">
          <ac:chgData name="surendra babu" userId="fd2be13734b9414b" providerId="LiveId" clId="{054FD4C4-80EB-4CA1-8DAE-ADCDE5472283}" dt="2026-10-15T17:20:37.843" v="3275"/>
          <ac:picMkLst>
            <pc:docMk/>
            <pc:sldMk cId="1027376762" sldId="479"/>
            <ac:picMk id="5" creationId="{80C116B9-856F-74A2-3048-6A0CAA970DD1}"/>
          </ac:picMkLst>
        </pc:picChg>
        <pc:picChg chg="mod ord">
          <ac:chgData name="surendra babu" userId="fd2be13734b9414b" providerId="LiveId" clId="{054FD4C4-80EB-4CA1-8DAE-ADCDE5472283}" dt="2026-10-15T17:20:37.841" v="3273"/>
          <ac:picMkLst>
            <pc:docMk/>
            <pc:sldMk cId="1027376762" sldId="479"/>
            <ac:picMk id="7" creationId="{06F14322-3323-DC55-FD7D-2C9EE71744EC}"/>
          </ac:picMkLst>
        </pc:picChg>
      </pc:sldChg>
      <pc:sldChg chg="addSp delSp modSp mod">
        <pc:chgData name="surendra babu" userId="fd2be13734b9414b" providerId="LiveId" clId="{054FD4C4-80EB-4CA1-8DAE-ADCDE5472283}" dt="2026-10-15T17:20:38.252" v="3307"/>
        <pc:sldMkLst>
          <pc:docMk/>
          <pc:sldMk cId="645407412" sldId="482"/>
        </pc:sldMkLst>
        <pc:spChg chg="add mod ord">
          <ac:chgData name="surendra babu" userId="fd2be13734b9414b" providerId="LiveId" clId="{054FD4C4-80EB-4CA1-8DAE-ADCDE5472283}" dt="2026-10-15T17:20:38.252" v="3307"/>
          <ac:spMkLst>
            <pc:docMk/>
            <pc:sldMk cId="645407412" sldId="482"/>
            <ac:spMk id="2" creationId="{C8FE45B2-2D8D-E23C-DC6E-00773258B221}"/>
          </ac:spMkLst>
        </pc:spChg>
        <pc:spChg chg="mod ord">
          <ac:chgData name="surendra babu" userId="fd2be13734b9414b" providerId="LiveId" clId="{054FD4C4-80EB-4CA1-8DAE-ADCDE5472283}" dt="2026-10-15T17:20:38.250" v="3305"/>
          <ac:spMkLst>
            <pc:docMk/>
            <pc:sldMk cId="645407412" sldId="482"/>
            <ac:spMk id="3" creationId="{CC554631-DD18-D36F-1997-1D44FBD3EE21}"/>
          </ac:spMkLst>
        </pc:spChg>
        <pc:spChg chg="del">
          <ac:chgData name="surendra babu" userId="fd2be13734b9414b" providerId="LiveId" clId="{054FD4C4-80EB-4CA1-8DAE-ADCDE5472283}" dt="2026-10-15T17:20:00.566" v="763"/>
          <ac:spMkLst>
            <pc:docMk/>
            <pc:sldMk cId="645407412" sldId="482"/>
            <ac:spMk id="4" creationId="{CE9FC6E4-DA46-AC95-DD9E-B59C75BC5326}"/>
          </ac:spMkLst>
        </pc:spChg>
      </pc:sldChg>
      <pc:sldChg chg="addSp delSp modSp mod">
        <pc:chgData name="surendra babu" userId="fd2be13734b9414b" providerId="LiveId" clId="{054FD4C4-80EB-4CA1-8DAE-ADCDE5472283}" dt="2026-10-15T17:20:37.566" v="3257"/>
        <pc:sldMkLst>
          <pc:docMk/>
          <pc:sldMk cId="335444311" sldId="778"/>
        </pc:sldMkLst>
        <pc:spChg chg="mod">
          <ac:chgData name="surendra babu" userId="fd2be13734b9414b" providerId="LiveId" clId="{054FD4C4-80EB-4CA1-8DAE-ADCDE5472283}" dt="2026-10-15T17:20:25.179" v="2493" actId="790"/>
          <ac:spMkLst>
            <pc:docMk/>
            <pc:sldMk cId="335444311" sldId="778"/>
            <ac:spMk id="2" creationId="{16FBFDF9-23DA-4C4E-B809-C87651E5A788}"/>
          </ac:spMkLst>
        </pc:spChg>
        <pc:spChg chg="add mod ord">
          <ac:chgData name="surendra babu" userId="fd2be13734b9414b" providerId="LiveId" clId="{054FD4C4-80EB-4CA1-8DAE-ADCDE5472283}" dt="2026-10-15T17:20:37.566" v="3257"/>
          <ac:spMkLst>
            <pc:docMk/>
            <pc:sldMk cId="335444311" sldId="778"/>
            <ac:spMk id="5" creationId="{85DF2198-ABB5-FA37-74D9-56035D4B374D}"/>
          </ac:spMkLst>
        </pc:spChg>
        <pc:spChg chg="mod">
          <ac:chgData name="surendra babu" userId="fd2be13734b9414b" providerId="LiveId" clId="{054FD4C4-80EB-4CA1-8DAE-ADCDE5472283}" dt="2026-10-15T17:20:25.135" v="2491" actId="790"/>
          <ac:spMkLst>
            <pc:docMk/>
            <pc:sldMk cId="335444311" sldId="778"/>
            <ac:spMk id="6" creationId="{361FA705-1F5E-48B6-95CD-4F4A1D14B970}"/>
          </ac:spMkLst>
        </pc:spChg>
        <pc:spChg chg="del">
          <ac:chgData name="surendra babu" userId="fd2be13734b9414b" providerId="LiveId" clId="{054FD4C4-80EB-4CA1-8DAE-ADCDE5472283}" dt="2026-10-15T17:19:57.747" v="498"/>
          <ac:spMkLst>
            <pc:docMk/>
            <pc:sldMk cId="335444311" sldId="778"/>
            <ac:spMk id="95" creationId="{00000000-0000-0000-0000-000000000000}"/>
          </ac:spMkLst>
        </pc:spChg>
        <pc:spChg chg="mod">
          <ac:chgData name="surendra babu" userId="fd2be13734b9414b" providerId="LiveId" clId="{054FD4C4-80EB-4CA1-8DAE-ADCDE5472283}" dt="2026-10-15T17:20:25.099" v="2489" actId="790"/>
          <ac:spMkLst>
            <pc:docMk/>
            <pc:sldMk cId="335444311" sldId="778"/>
            <ac:spMk id="98" creationId="{00000000-0000-0000-0000-000000000000}"/>
          </ac:spMkLst>
        </pc:spChg>
        <pc:grpChg chg="mod">
          <ac:chgData name="surendra babu" userId="fd2be13734b9414b" providerId="LiveId" clId="{054FD4C4-80EB-4CA1-8DAE-ADCDE5472283}" dt="2026-10-15T17:20:07.092" v="1395"/>
          <ac:grpSpMkLst>
            <pc:docMk/>
            <pc:sldMk cId="335444311" sldId="778"/>
            <ac:grpSpMk id="3" creationId="{7FAF5411-F48E-8301-3EFD-7E2C45408F48}"/>
          </ac:grpSpMkLst>
        </pc:grpChg>
        <pc:picChg chg="mod">
          <ac:chgData name="surendra babu" userId="fd2be13734b9414b" providerId="LiveId" clId="{054FD4C4-80EB-4CA1-8DAE-ADCDE5472283}" dt="2026-10-15T17:20:06.970" v="1371"/>
          <ac:picMkLst>
            <pc:docMk/>
            <pc:sldMk cId="335444311" sldId="778"/>
            <ac:picMk id="96" creationId="{00000000-0000-0000-0000-000000000000}"/>
          </ac:picMkLst>
        </pc:picChg>
        <pc:picChg chg="mod">
          <ac:chgData name="surendra babu" userId="fd2be13734b9414b" providerId="LiveId" clId="{054FD4C4-80EB-4CA1-8DAE-ADCDE5472283}" dt="2026-10-15T17:20:06.986" v="1377"/>
          <ac:picMkLst>
            <pc:docMk/>
            <pc:sldMk cId="335444311" sldId="778"/>
            <ac:picMk id="97" creationId="{00000000-0000-0000-0000-000000000000}"/>
          </ac:picMkLst>
        </pc:picChg>
        <pc:cxnChg chg="mod">
          <ac:chgData name="surendra babu" userId="fd2be13734b9414b" providerId="LiveId" clId="{054FD4C4-80EB-4CA1-8DAE-ADCDE5472283}" dt="2026-10-15T17:20:07.083" v="1389"/>
          <ac:cxnSpMkLst>
            <pc:docMk/>
            <pc:sldMk cId="335444311" sldId="778"/>
            <ac:cxnSpMk id="4" creationId="{2F859A26-4978-40D3-8957-7FCEB40A7CEE}"/>
          </ac:cxnSpMkLst>
        </pc:cxnChg>
      </pc:sldChg>
      <pc:sldChg chg="addSp delSp modSp mod">
        <pc:chgData name="surendra babu" userId="fd2be13734b9414b" providerId="LiveId" clId="{054FD4C4-80EB-4CA1-8DAE-ADCDE5472283}" dt="2026-10-15T17:20:37.121" v="3221"/>
        <pc:sldMkLst>
          <pc:docMk/>
          <pc:sldMk cId="3983749781" sldId="779"/>
        </pc:sldMkLst>
        <pc:spChg chg="add mod ord">
          <ac:chgData name="surendra babu" userId="fd2be13734b9414b" providerId="LiveId" clId="{054FD4C4-80EB-4CA1-8DAE-ADCDE5472283}" dt="2026-10-15T17:20:37.121" v="3221"/>
          <ac:spMkLst>
            <pc:docMk/>
            <pc:sldMk cId="3983749781" sldId="779"/>
            <ac:spMk id="2" creationId="{44F0289D-E78F-A5F0-A90A-F7E1DE80F916}"/>
          </ac:spMkLst>
        </pc:spChg>
        <pc:spChg chg="del">
          <ac:chgData name="surendra babu" userId="fd2be13734b9414b" providerId="LiveId" clId="{054FD4C4-80EB-4CA1-8DAE-ADCDE5472283}" dt="2026-10-15T17:19:55.121" v="264"/>
          <ac:spMkLst>
            <pc:docMk/>
            <pc:sldMk cId="3983749781" sldId="779"/>
            <ac:spMk id="3" creationId="{C53C275A-F937-8B5A-7ACA-8D203F5AE127}"/>
          </ac:spMkLst>
        </pc:spChg>
        <pc:spChg chg="mod">
          <ac:chgData name="surendra babu" userId="fd2be13734b9414b" providerId="LiveId" clId="{054FD4C4-80EB-4CA1-8DAE-ADCDE5472283}" dt="2026-10-15T17:20:20.167" v="2152" actId="790"/>
          <ac:spMkLst>
            <pc:docMk/>
            <pc:sldMk cId="3983749781" sldId="779"/>
            <ac:spMk id="5" creationId="{A537A351-F85B-7CA7-692D-5E59C315472E}"/>
          </ac:spMkLst>
        </pc:spChg>
        <pc:spChg chg="mod">
          <ac:chgData name="surendra babu" userId="fd2be13734b9414b" providerId="LiveId" clId="{054FD4C4-80EB-4CA1-8DAE-ADCDE5472283}" dt="2026-10-15T17:20:20.193" v="2154"/>
          <ac:spMkLst>
            <pc:docMk/>
            <pc:sldMk cId="3983749781" sldId="779"/>
            <ac:spMk id="6" creationId="{FBE4B348-57F7-F7F5-A993-B808C4849543}"/>
          </ac:spMkLst>
        </pc:spChg>
        <pc:spChg chg="add mod">
          <ac:chgData name="surendra babu" userId="fd2be13734b9414b" providerId="LiveId" clId="{054FD4C4-80EB-4CA1-8DAE-ADCDE5472283}" dt="2026-10-15T17:20:05.165" v="1200"/>
          <ac:spMkLst>
            <pc:docMk/>
            <pc:sldMk cId="3983749781" sldId="779"/>
            <ac:spMk id="9" creationId="{718AA8E4-50CA-BF95-97F1-CC779C16688F}"/>
          </ac:spMkLst>
        </pc:spChg>
        <pc:picChg chg="mod">
          <ac:chgData name="surendra babu" userId="fd2be13734b9414b" providerId="LiveId" clId="{054FD4C4-80EB-4CA1-8DAE-ADCDE5472283}" dt="2026-10-15T17:20:05.081" v="1188"/>
          <ac:picMkLst>
            <pc:docMk/>
            <pc:sldMk cId="3983749781" sldId="779"/>
            <ac:picMk id="4" creationId="{DF47DF95-4E9C-CC86-BD16-B377C4A3F054}"/>
          </ac:picMkLst>
        </pc:picChg>
        <pc:cxnChg chg="mod">
          <ac:chgData name="surendra babu" userId="fd2be13734b9414b" providerId="LiveId" clId="{054FD4C4-80EB-4CA1-8DAE-ADCDE5472283}" dt="2026-10-15T17:20:05.131" v="1194"/>
          <ac:cxnSpMkLst>
            <pc:docMk/>
            <pc:sldMk cId="3983749781" sldId="779"/>
            <ac:cxnSpMk id="8" creationId="{DE65B5C3-E540-FFAF-9652-0162BBCEC8F2}"/>
          </ac:cxnSpMkLst>
        </pc:cxnChg>
      </pc:sldChg>
      <pc:sldChg chg="addSp delSp modSp mod">
        <pc:chgData name="surendra babu" userId="fd2be13734b9414b" providerId="LiveId" clId="{054FD4C4-80EB-4CA1-8DAE-ADCDE5472283}" dt="2026-10-15T17:20:38.868" v="3359"/>
        <pc:sldMkLst>
          <pc:docMk/>
          <pc:sldMk cId="84233964" sldId="781"/>
        </pc:sldMkLst>
        <pc:spChg chg="add mod ord">
          <ac:chgData name="surendra babu" userId="fd2be13734b9414b" providerId="LiveId" clId="{054FD4C4-80EB-4CA1-8DAE-ADCDE5472283}" dt="2026-10-15T17:20:38.868" v="3359"/>
          <ac:spMkLst>
            <pc:docMk/>
            <pc:sldMk cId="84233964" sldId="781"/>
            <ac:spMk id="2" creationId="{06BDD504-4373-FEE5-0822-8B35588B524C}"/>
          </ac:spMkLst>
        </pc:spChg>
        <pc:spChg chg="mod ord">
          <ac:chgData name="surendra babu" userId="fd2be13734b9414b" providerId="LiveId" clId="{054FD4C4-80EB-4CA1-8DAE-ADCDE5472283}" dt="2026-10-15T17:20:38.865" v="3357"/>
          <ac:spMkLst>
            <pc:docMk/>
            <pc:sldMk cId="84233964" sldId="781"/>
            <ac:spMk id="3" creationId="{181A0DB8-5C85-96F9-D054-0A01BDDA0F65}"/>
          </ac:spMkLst>
        </pc:spChg>
        <pc:spChg chg="del">
          <ac:chgData name="surendra babu" userId="fd2be13734b9414b" providerId="LiveId" clId="{054FD4C4-80EB-4CA1-8DAE-ADCDE5472283}" dt="2026-10-15T17:20:03.044" v="1030"/>
          <ac:spMkLst>
            <pc:docMk/>
            <pc:sldMk cId="84233964" sldId="781"/>
            <ac:spMk id="4" creationId="{0AC73824-50E6-C154-2EB5-569C6D1D9777}"/>
          </ac:spMkLst>
        </pc:spChg>
      </pc:sldChg>
      <pc:sldChg chg="delSp modSp mod">
        <pc:chgData name="surendra babu" userId="fd2be13734b9414b" providerId="LiveId" clId="{054FD4C4-80EB-4CA1-8DAE-ADCDE5472283}" dt="2026-10-15T17:20:36.708" v="3173"/>
        <pc:sldMkLst>
          <pc:docMk/>
          <pc:sldMk cId="141865890" sldId="782"/>
        </pc:sldMkLst>
        <pc:spChg chg="mod ord">
          <ac:chgData name="surendra babu" userId="fd2be13734b9414b" providerId="LiveId" clId="{054FD4C4-80EB-4CA1-8DAE-ADCDE5472283}" dt="2026-10-15T17:20:36.708" v="3173"/>
          <ac:spMkLst>
            <pc:docMk/>
            <pc:sldMk cId="141865890" sldId="782"/>
            <ac:spMk id="94" creationId="{00000000-0000-0000-0000-000000000000}"/>
          </ac:spMkLst>
        </pc:spChg>
        <pc:spChg chg="mod ord">
          <ac:chgData name="surendra babu" userId="fd2be13734b9414b" providerId="LiveId" clId="{054FD4C4-80EB-4CA1-8DAE-ADCDE5472283}" dt="2026-10-15T17:20:36.706" v="3171"/>
          <ac:spMkLst>
            <pc:docMk/>
            <pc:sldMk cId="141865890" sldId="782"/>
            <ac:spMk id="95" creationId="{00000000-0000-0000-0000-000000000000}"/>
          </ac:spMkLst>
        </pc:spChg>
        <pc:spChg chg="del">
          <ac:chgData name="surendra babu" userId="fd2be13734b9414b" providerId="LiveId" clId="{054FD4C4-80EB-4CA1-8DAE-ADCDE5472283}" dt="2026-10-15T17:19:48.083" v="3"/>
          <ac:spMkLst>
            <pc:docMk/>
            <pc:sldMk cId="141865890" sldId="782"/>
            <ac:spMk id="96" creationId="{00000000-0000-0000-0000-000000000000}"/>
          </ac:spMkLst>
        </pc:spChg>
      </pc:sldChg>
      <pc:sldChg chg="addSp modSp mod">
        <pc:chgData name="surendra babu" userId="fd2be13734b9414b" providerId="LiveId" clId="{054FD4C4-80EB-4CA1-8DAE-ADCDE5472283}" dt="2026-10-15T17:20:38.418" v="3325"/>
        <pc:sldMkLst>
          <pc:docMk/>
          <pc:sldMk cId="3015633413" sldId="785"/>
        </pc:sldMkLst>
        <pc:spChg chg="add mod ord">
          <ac:chgData name="surendra babu" userId="fd2be13734b9414b" providerId="LiveId" clId="{054FD4C4-80EB-4CA1-8DAE-ADCDE5472283}" dt="2026-10-15T17:20:38.418" v="3325"/>
          <ac:spMkLst>
            <pc:docMk/>
            <pc:sldMk cId="3015633413" sldId="785"/>
            <ac:spMk id="2" creationId="{D08FCD4B-D89D-E01B-41A2-2FEE453E9A50}"/>
          </ac:spMkLst>
        </pc:spChg>
        <pc:spChg chg="mod ord">
          <ac:chgData name="surendra babu" userId="fd2be13734b9414b" providerId="LiveId" clId="{054FD4C4-80EB-4CA1-8DAE-ADCDE5472283}" dt="2026-10-15T17:20:38.415" v="3323"/>
          <ac:spMkLst>
            <pc:docMk/>
            <pc:sldMk cId="3015633413" sldId="785"/>
            <ac:spMk id="4" creationId="{895B0C0C-A49A-4463-B149-2F9DC60D24D1}"/>
          </ac:spMkLst>
        </pc:spChg>
      </pc:sldChg>
      <pc:sldChg chg="addSp delSp modSp mod">
        <pc:chgData name="surendra babu" userId="fd2be13734b9414b" providerId="LiveId" clId="{054FD4C4-80EB-4CA1-8DAE-ADCDE5472283}" dt="2026-10-15T17:20:38.483" v="3331"/>
        <pc:sldMkLst>
          <pc:docMk/>
          <pc:sldMk cId="3618329699" sldId="1175"/>
        </pc:sldMkLst>
        <pc:spChg chg="add mod ord">
          <ac:chgData name="surendra babu" userId="fd2be13734b9414b" providerId="LiveId" clId="{054FD4C4-80EB-4CA1-8DAE-ADCDE5472283}" dt="2026-10-15T17:20:38.483" v="3331"/>
          <ac:spMkLst>
            <pc:docMk/>
            <pc:sldMk cId="3618329699" sldId="1175"/>
            <ac:spMk id="2" creationId="{C3081268-D23F-A795-0683-110D7115F529}"/>
          </ac:spMkLst>
        </pc:spChg>
        <pc:spChg chg="del">
          <ac:chgData name="surendra babu" userId="fd2be13734b9414b" providerId="LiveId" clId="{054FD4C4-80EB-4CA1-8DAE-ADCDE5472283}" dt="2026-10-15T17:20:01.502" v="864"/>
          <ac:spMkLst>
            <pc:docMk/>
            <pc:sldMk cId="3618329699" sldId="1175"/>
            <ac:spMk id="3" creationId="{32FAD51A-9CD4-41FE-9A58-1E74119257B8}"/>
          </ac:spMkLst>
        </pc:spChg>
        <pc:spChg chg="mod">
          <ac:chgData name="surendra babu" userId="fd2be13734b9414b" providerId="LiveId" clId="{054FD4C4-80EB-4CA1-8DAE-ADCDE5472283}" dt="2026-10-15T17:20:35.179" v="3069" actId="790"/>
          <ac:spMkLst>
            <pc:docMk/>
            <pc:sldMk cId="3618329699" sldId="1175"/>
            <ac:spMk id="4" creationId="{A5241306-F293-42EA-8CFB-BB0B4519138C}"/>
          </ac:spMkLst>
        </pc:spChg>
        <pc:spChg chg="add mod">
          <ac:chgData name="surendra babu" userId="fd2be13734b9414b" providerId="LiveId" clId="{054FD4C4-80EB-4CA1-8DAE-ADCDE5472283}" dt="2026-10-15T17:20:10.538" v="1659"/>
          <ac:spMkLst>
            <pc:docMk/>
            <pc:sldMk cId="3618329699" sldId="1175"/>
            <ac:spMk id="6" creationId="{FFEA334C-96D1-3D15-D166-70C64B52989D}"/>
          </ac:spMkLst>
        </pc:spChg>
        <pc:picChg chg="mod">
          <ac:chgData name="surendra babu" userId="fd2be13734b9414b" providerId="LiveId" clId="{054FD4C4-80EB-4CA1-8DAE-ADCDE5472283}" dt="2026-10-15T17:20:10.478" v="1653"/>
          <ac:picMkLst>
            <pc:docMk/>
            <pc:sldMk cId="3618329699" sldId="1175"/>
            <ac:picMk id="7" creationId="{4003E069-D59C-43D8-A652-94DE44D96E1C}"/>
          </ac:picMkLst>
        </pc:picChg>
      </pc:sldChg>
      <pc:sldChg chg="addSp delSp modSp mod">
        <pc:chgData name="surendra babu" userId="fd2be13734b9414b" providerId="LiveId" clId="{054FD4C4-80EB-4CA1-8DAE-ADCDE5472283}" dt="2026-10-15T17:20:38.448" v="3329"/>
        <pc:sldMkLst>
          <pc:docMk/>
          <pc:sldMk cId="1390827073" sldId="1176"/>
        </pc:sldMkLst>
        <pc:spChg chg="add mod ord">
          <ac:chgData name="surendra babu" userId="fd2be13734b9414b" providerId="LiveId" clId="{054FD4C4-80EB-4CA1-8DAE-ADCDE5472283}" dt="2026-10-15T17:20:38.448" v="3329"/>
          <ac:spMkLst>
            <pc:docMk/>
            <pc:sldMk cId="1390827073" sldId="1176"/>
            <ac:spMk id="2" creationId="{4F4E1EEB-CDC2-A682-1E8C-6C3FE0D04DF7}"/>
          </ac:spMkLst>
        </pc:spChg>
        <pc:spChg chg="mod ord">
          <ac:chgData name="surendra babu" userId="fd2be13734b9414b" providerId="LiveId" clId="{054FD4C4-80EB-4CA1-8DAE-ADCDE5472283}" dt="2026-10-15T17:20:38.445" v="3327"/>
          <ac:spMkLst>
            <pc:docMk/>
            <pc:sldMk cId="1390827073" sldId="1176"/>
            <ac:spMk id="3" creationId="{1BA10057-29E5-4C0A-828B-A87E98E8F006}"/>
          </ac:spMkLst>
        </pc:spChg>
        <pc:spChg chg="del">
          <ac:chgData name="surendra babu" userId="fd2be13734b9414b" providerId="LiveId" clId="{054FD4C4-80EB-4CA1-8DAE-ADCDE5472283}" dt="2026-10-15T17:20:01.325" v="846"/>
          <ac:spMkLst>
            <pc:docMk/>
            <pc:sldMk cId="1390827073" sldId="1176"/>
            <ac:spMk id="4" creationId="{1CD2BFE2-BEB1-4B47-AB19-9B975C4E67EA}"/>
          </ac:spMkLst>
        </pc:spChg>
      </pc:sldChg>
      <pc:sldChg chg="addSp delSp modSp mod">
        <pc:chgData name="surendra babu" userId="fd2be13734b9414b" providerId="LiveId" clId="{054FD4C4-80EB-4CA1-8DAE-ADCDE5472283}" dt="2026-10-15T17:20:37.270" v="3235"/>
        <pc:sldMkLst>
          <pc:docMk/>
          <pc:sldMk cId="1664014136" sldId="1177"/>
        </pc:sldMkLst>
        <pc:spChg chg="add mod ord">
          <ac:chgData name="surendra babu" userId="fd2be13734b9414b" providerId="LiveId" clId="{054FD4C4-80EB-4CA1-8DAE-ADCDE5472283}" dt="2026-10-15T17:20:37.270" v="3235"/>
          <ac:spMkLst>
            <pc:docMk/>
            <pc:sldMk cId="1664014136" sldId="1177"/>
            <ac:spMk id="2" creationId="{E2946D67-B59C-91C2-E56A-1C51BFDD28AD}"/>
          </ac:spMkLst>
        </pc:spChg>
        <pc:spChg chg="del">
          <ac:chgData name="surendra babu" userId="fd2be13734b9414b" providerId="LiveId" clId="{054FD4C4-80EB-4CA1-8DAE-ADCDE5472283}" dt="2026-10-15T17:19:55.996" v="336"/>
          <ac:spMkLst>
            <pc:docMk/>
            <pc:sldMk cId="1664014136" sldId="1177"/>
            <ac:spMk id="3" creationId="{F5D430D3-F276-4A58-83FC-2C60790682E7}"/>
          </ac:spMkLst>
        </pc:spChg>
        <pc:spChg chg="add mod">
          <ac:chgData name="surendra babu" userId="fd2be13734b9414b" providerId="LiveId" clId="{054FD4C4-80EB-4CA1-8DAE-ADCDE5472283}" dt="2026-10-15T17:20:05.811" v="1269"/>
          <ac:spMkLst>
            <pc:docMk/>
            <pc:sldMk cId="1664014136" sldId="1177"/>
            <ac:spMk id="5" creationId="{6E1249EB-CD2A-94C7-F80C-3BA930222610}"/>
          </ac:spMkLst>
        </pc:spChg>
        <pc:spChg chg="mod">
          <ac:chgData name="surendra babu" userId="fd2be13734b9414b" providerId="LiveId" clId="{054FD4C4-80EB-4CA1-8DAE-ADCDE5472283}" dt="2026-10-15T17:20:21.218" v="2235" actId="790"/>
          <ac:spMkLst>
            <pc:docMk/>
            <pc:sldMk cId="1664014136" sldId="1177"/>
            <ac:spMk id="7" creationId="{BDB19903-BBC6-4779-94FB-AB73E9BBC177}"/>
          </ac:spMkLst>
        </pc:spChg>
      </pc:sldChg>
      <pc:sldChg chg="delSp modSp mod">
        <pc:chgData name="surendra babu" userId="fd2be13734b9414b" providerId="LiveId" clId="{054FD4C4-80EB-4CA1-8DAE-ADCDE5472283}" dt="2026-10-15T17:20:36.678" v="3169"/>
        <pc:sldMkLst>
          <pc:docMk/>
          <pc:sldMk cId="230191593" sldId="1178"/>
        </pc:sldMkLst>
        <pc:spChg chg="del">
          <ac:chgData name="surendra babu" userId="fd2be13734b9414b" providerId="LiveId" clId="{054FD4C4-80EB-4CA1-8DAE-ADCDE5472283}" dt="2026-10-15T17:19:48" v="1"/>
          <ac:spMkLst>
            <pc:docMk/>
            <pc:sldMk cId="230191593" sldId="1178"/>
            <ac:spMk id="3" creationId="{E428CC1C-C166-4C41-912B-A7F2EE8839B1}"/>
          </ac:spMkLst>
        </pc:spChg>
        <pc:spChg chg="mod ord">
          <ac:chgData name="surendra babu" userId="fd2be13734b9414b" providerId="LiveId" clId="{054FD4C4-80EB-4CA1-8DAE-ADCDE5472283}" dt="2026-10-15T17:20:36.678" v="3169"/>
          <ac:spMkLst>
            <pc:docMk/>
            <pc:sldMk cId="230191593" sldId="1178"/>
            <ac:spMk id="8" creationId="{AFBE821B-3DA1-44E8-B5CA-82331019324C}"/>
          </ac:spMkLst>
        </pc:spChg>
        <pc:picChg chg="mod">
          <ac:chgData name="surendra babu" userId="fd2be13734b9414b" providerId="LiveId" clId="{054FD4C4-80EB-4CA1-8DAE-ADCDE5472283}" dt="2026-10-15T17:20:03.266" v="1044"/>
          <ac:picMkLst>
            <pc:docMk/>
            <pc:sldMk cId="230191593" sldId="1178"/>
            <ac:picMk id="5" creationId="{2FE9AD3B-FAF6-4521-8018-09933191B24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SzPts val="1400"/>
              <a:buNone/>
              <a:defRPr sz="2400" b="1" i="0" u="none" strike="noStrike" cap="none">
                <a:solidFill>
                  <a:srgbClr val="000000"/>
                </a:solidFill>
                <a:latin typeface="Arial"/>
                <a:ea typeface="Arial"/>
                <a:cs typeface="Arial"/>
                <a:sym typeface="Arial"/>
              </a:defRPr>
            </a:lvl1pPr>
            <a:lvl2pPr marL="457200" marR="0" lvl="1" indent="0" algn="l" rtl="0">
              <a:lnSpc>
                <a:spcPct val="100000"/>
              </a:lnSpc>
              <a:spcBef>
                <a:spcPts val="0"/>
              </a:spcBef>
              <a:spcAft>
                <a:spcPts val="0"/>
              </a:spcAft>
              <a:buSzPts val="1400"/>
              <a:buNone/>
              <a:defRPr sz="2400" b="1" i="0" u="none" strike="noStrike" cap="none">
                <a:solidFill>
                  <a:srgbClr val="000000"/>
                </a:solidFill>
                <a:latin typeface="Arial"/>
                <a:ea typeface="Arial"/>
                <a:cs typeface="Arial"/>
                <a:sym typeface="Arial"/>
              </a:defRPr>
            </a:lvl2pPr>
            <a:lvl3pPr marL="914400" marR="0" lvl="2" indent="0" algn="l" rtl="0">
              <a:lnSpc>
                <a:spcPct val="100000"/>
              </a:lnSpc>
              <a:spcBef>
                <a:spcPts val="0"/>
              </a:spcBef>
              <a:spcAft>
                <a:spcPts val="0"/>
              </a:spcAft>
              <a:buSzPts val="1400"/>
              <a:buNone/>
              <a:defRPr sz="2400" b="1" i="0" u="none" strike="noStrike" cap="none">
                <a:solidFill>
                  <a:srgbClr val="000000"/>
                </a:solidFill>
                <a:latin typeface="Arial"/>
                <a:ea typeface="Arial"/>
                <a:cs typeface="Arial"/>
                <a:sym typeface="Arial"/>
              </a:defRPr>
            </a:lvl3pPr>
            <a:lvl4pPr marL="1371600" marR="0" lvl="3" indent="0" algn="l" rtl="0">
              <a:lnSpc>
                <a:spcPct val="100000"/>
              </a:lnSpc>
              <a:spcBef>
                <a:spcPts val="0"/>
              </a:spcBef>
              <a:spcAft>
                <a:spcPts val="0"/>
              </a:spcAft>
              <a:buSzPts val="1400"/>
              <a:buNone/>
              <a:defRPr sz="2400" b="1" i="0" u="none" strike="noStrike" cap="none">
                <a:solidFill>
                  <a:srgbClr val="000000"/>
                </a:solidFill>
                <a:latin typeface="Arial"/>
                <a:ea typeface="Arial"/>
                <a:cs typeface="Arial"/>
                <a:sym typeface="Arial"/>
              </a:defRPr>
            </a:lvl4pPr>
            <a:lvl5pPr marL="1828800" marR="0" lvl="4" indent="0" algn="l" rtl="0">
              <a:lnSpc>
                <a:spcPct val="100000"/>
              </a:lnSpc>
              <a:spcBef>
                <a:spcPts val="0"/>
              </a:spcBef>
              <a:spcAft>
                <a:spcPts val="0"/>
              </a:spcAft>
              <a:buSzPts val="1400"/>
              <a:buNone/>
              <a:defRPr sz="2400" b="1" i="0" u="none" strike="noStrike" cap="none">
                <a:solidFill>
                  <a:srgbClr val="000000"/>
                </a:solidFill>
                <a:latin typeface="Arial"/>
                <a:ea typeface="Arial"/>
                <a:cs typeface="Arial"/>
                <a:sym typeface="Arial"/>
              </a:defRPr>
            </a:lvl5pPr>
            <a:lvl6pPr marL="2286000" marR="0" lvl="5" indent="0" algn="l" rtl="0">
              <a:lnSpc>
                <a:spcPct val="100000"/>
              </a:lnSpc>
              <a:spcBef>
                <a:spcPts val="0"/>
              </a:spcBef>
              <a:spcAft>
                <a:spcPts val="0"/>
              </a:spcAft>
              <a:buSzPts val="1400"/>
              <a:buNone/>
              <a:defRPr sz="2400" b="1" i="0" u="none" strike="noStrike" cap="none">
                <a:solidFill>
                  <a:srgbClr val="000000"/>
                </a:solidFill>
                <a:latin typeface="Arial"/>
                <a:ea typeface="Arial"/>
                <a:cs typeface="Arial"/>
                <a:sym typeface="Arial"/>
              </a:defRPr>
            </a:lvl6pPr>
            <a:lvl7pPr marL="3200400" marR="0" lvl="6" indent="0" algn="l" rtl="0">
              <a:lnSpc>
                <a:spcPct val="100000"/>
              </a:lnSpc>
              <a:spcBef>
                <a:spcPts val="0"/>
              </a:spcBef>
              <a:spcAft>
                <a:spcPts val="0"/>
              </a:spcAft>
              <a:buSzPts val="1400"/>
              <a:buNone/>
              <a:defRPr sz="2400" b="1" i="0" u="none" strike="noStrike" cap="none">
                <a:solidFill>
                  <a:srgbClr val="000000"/>
                </a:solidFill>
                <a:latin typeface="Arial"/>
                <a:ea typeface="Arial"/>
                <a:cs typeface="Arial"/>
                <a:sym typeface="Arial"/>
              </a:defRPr>
            </a:lvl7pPr>
            <a:lvl8pPr marL="4572000" marR="0" lvl="7" indent="0" algn="l" rtl="0">
              <a:lnSpc>
                <a:spcPct val="100000"/>
              </a:lnSpc>
              <a:spcBef>
                <a:spcPts val="0"/>
              </a:spcBef>
              <a:spcAft>
                <a:spcPts val="0"/>
              </a:spcAft>
              <a:buSzPts val="1400"/>
              <a:buNone/>
              <a:defRPr sz="2400" b="1" i="0" u="none" strike="noStrike" cap="none">
                <a:solidFill>
                  <a:srgbClr val="000000"/>
                </a:solidFill>
                <a:latin typeface="Arial"/>
                <a:ea typeface="Arial"/>
                <a:cs typeface="Arial"/>
                <a:sym typeface="Arial"/>
              </a:defRPr>
            </a:lvl8pPr>
            <a:lvl9pPr marL="6400800" marR="0" lvl="8" indent="0" algn="l" rtl="0">
              <a:lnSpc>
                <a:spcPct val="100000"/>
              </a:lnSpc>
              <a:spcBef>
                <a:spcPts val="0"/>
              </a:spcBef>
              <a:spcAft>
                <a:spcPts val="0"/>
              </a:spcAft>
              <a:buSzPts val="1400"/>
              <a:buNone/>
              <a:defRPr sz="2400" b="1"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2" y="0"/>
            <a:ext cx="2971800" cy="4572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SzPts val="1400"/>
              <a:buNone/>
              <a:defRPr sz="2400" b="1" i="0" u="none" strike="noStrike" cap="none">
                <a:solidFill>
                  <a:srgbClr val="000000"/>
                </a:solidFill>
                <a:latin typeface="Arial"/>
                <a:ea typeface="Arial"/>
                <a:cs typeface="Arial"/>
                <a:sym typeface="Arial"/>
              </a:defRPr>
            </a:lvl1pPr>
            <a:lvl2pPr marL="457200" marR="0" lvl="1" indent="0" algn="l" rtl="0">
              <a:lnSpc>
                <a:spcPct val="100000"/>
              </a:lnSpc>
              <a:spcBef>
                <a:spcPts val="0"/>
              </a:spcBef>
              <a:spcAft>
                <a:spcPts val="0"/>
              </a:spcAft>
              <a:buSzPts val="1400"/>
              <a:buNone/>
              <a:defRPr sz="2400" b="1" i="0" u="none" strike="noStrike" cap="none">
                <a:solidFill>
                  <a:srgbClr val="000000"/>
                </a:solidFill>
                <a:latin typeface="Arial"/>
                <a:ea typeface="Arial"/>
                <a:cs typeface="Arial"/>
                <a:sym typeface="Arial"/>
              </a:defRPr>
            </a:lvl2pPr>
            <a:lvl3pPr marL="914400" marR="0" lvl="2" indent="0" algn="l" rtl="0">
              <a:lnSpc>
                <a:spcPct val="100000"/>
              </a:lnSpc>
              <a:spcBef>
                <a:spcPts val="0"/>
              </a:spcBef>
              <a:spcAft>
                <a:spcPts val="0"/>
              </a:spcAft>
              <a:buSzPts val="1400"/>
              <a:buNone/>
              <a:defRPr sz="2400" b="1" i="0" u="none" strike="noStrike" cap="none">
                <a:solidFill>
                  <a:srgbClr val="000000"/>
                </a:solidFill>
                <a:latin typeface="Arial"/>
                <a:ea typeface="Arial"/>
                <a:cs typeface="Arial"/>
                <a:sym typeface="Arial"/>
              </a:defRPr>
            </a:lvl3pPr>
            <a:lvl4pPr marL="1371600" marR="0" lvl="3" indent="0" algn="l" rtl="0">
              <a:lnSpc>
                <a:spcPct val="100000"/>
              </a:lnSpc>
              <a:spcBef>
                <a:spcPts val="0"/>
              </a:spcBef>
              <a:spcAft>
                <a:spcPts val="0"/>
              </a:spcAft>
              <a:buSzPts val="1400"/>
              <a:buNone/>
              <a:defRPr sz="2400" b="1" i="0" u="none" strike="noStrike" cap="none">
                <a:solidFill>
                  <a:srgbClr val="000000"/>
                </a:solidFill>
                <a:latin typeface="Arial"/>
                <a:ea typeface="Arial"/>
                <a:cs typeface="Arial"/>
                <a:sym typeface="Arial"/>
              </a:defRPr>
            </a:lvl4pPr>
            <a:lvl5pPr marL="1828800" marR="0" lvl="4" indent="0" algn="l" rtl="0">
              <a:lnSpc>
                <a:spcPct val="100000"/>
              </a:lnSpc>
              <a:spcBef>
                <a:spcPts val="0"/>
              </a:spcBef>
              <a:spcAft>
                <a:spcPts val="0"/>
              </a:spcAft>
              <a:buSzPts val="1400"/>
              <a:buNone/>
              <a:defRPr sz="2400" b="1" i="0" u="none" strike="noStrike" cap="none">
                <a:solidFill>
                  <a:srgbClr val="000000"/>
                </a:solidFill>
                <a:latin typeface="Arial"/>
                <a:ea typeface="Arial"/>
                <a:cs typeface="Arial"/>
                <a:sym typeface="Arial"/>
              </a:defRPr>
            </a:lvl5pPr>
            <a:lvl6pPr marL="2286000" marR="0" lvl="5" indent="0" algn="l" rtl="0">
              <a:lnSpc>
                <a:spcPct val="100000"/>
              </a:lnSpc>
              <a:spcBef>
                <a:spcPts val="0"/>
              </a:spcBef>
              <a:spcAft>
                <a:spcPts val="0"/>
              </a:spcAft>
              <a:buSzPts val="1400"/>
              <a:buNone/>
              <a:defRPr sz="2400" b="1" i="0" u="none" strike="noStrike" cap="none">
                <a:solidFill>
                  <a:srgbClr val="000000"/>
                </a:solidFill>
                <a:latin typeface="Arial"/>
                <a:ea typeface="Arial"/>
                <a:cs typeface="Arial"/>
                <a:sym typeface="Arial"/>
              </a:defRPr>
            </a:lvl6pPr>
            <a:lvl7pPr marL="3200400" marR="0" lvl="6" indent="0" algn="l" rtl="0">
              <a:lnSpc>
                <a:spcPct val="100000"/>
              </a:lnSpc>
              <a:spcBef>
                <a:spcPts val="0"/>
              </a:spcBef>
              <a:spcAft>
                <a:spcPts val="0"/>
              </a:spcAft>
              <a:buSzPts val="1400"/>
              <a:buNone/>
              <a:defRPr sz="2400" b="1" i="0" u="none" strike="noStrike" cap="none">
                <a:solidFill>
                  <a:srgbClr val="000000"/>
                </a:solidFill>
                <a:latin typeface="Arial"/>
                <a:ea typeface="Arial"/>
                <a:cs typeface="Arial"/>
                <a:sym typeface="Arial"/>
              </a:defRPr>
            </a:lvl7pPr>
            <a:lvl8pPr marL="4572000" marR="0" lvl="7" indent="0" algn="l" rtl="0">
              <a:lnSpc>
                <a:spcPct val="100000"/>
              </a:lnSpc>
              <a:spcBef>
                <a:spcPts val="0"/>
              </a:spcBef>
              <a:spcAft>
                <a:spcPts val="0"/>
              </a:spcAft>
              <a:buSzPts val="1400"/>
              <a:buNone/>
              <a:defRPr sz="2400" b="1" i="0" u="none" strike="noStrike" cap="none">
                <a:solidFill>
                  <a:srgbClr val="000000"/>
                </a:solidFill>
                <a:latin typeface="Arial"/>
                <a:ea typeface="Arial"/>
                <a:cs typeface="Arial"/>
                <a:sym typeface="Arial"/>
              </a:defRPr>
            </a:lvl8pPr>
            <a:lvl9pPr marL="6400800" marR="0" lvl="8" indent="0" algn="l" rtl="0">
              <a:lnSpc>
                <a:spcPct val="100000"/>
              </a:lnSpc>
              <a:spcBef>
                <a:spcPts val="0"/>
              </a:spcBef>
              <a:spcAft>
                <a:spcPts val="0"/>
              </a:spcAft>
              <a:buSzPts val="1400"/>
              <a:buNone/>
              <a:defRPr sz="2400" b="1"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5212"/>
            <a:ext cx="2971800" cy="457200"/>
          </a:xfrm>
          <a:prstGeom prst="rect">
            <a:avLst/>
          </a:prstGeom>
          <a:noFill/>
          <a:ln>
            <a:noFill/>
          </a:ln>
        </p:spPr>
        <p:txBody>
          <a:bodyPr spcFirstLastPara="1" wrap="square" lIns="91425" tIns="91425" rIns="91425" bIns="91425" anchor="b" anchorCtr="0">
            <a:noAutofit/>
          </a:bodyPr>
          <a:lstStyle>
            <a:lvl1pPr marL="0" marR="0" lvl="0" indent="0" algn="l" rtl="0">
              <a:lnSpc>
                <a:spcPct val="100000"/>
              </a:lnSpc>
              <a:spcBef>
                <a:spcPts val="0"/>
              </a:spcBef>
              <a:spcAft>
                <a:spcPts val="0"/>
              </a:spcAft>
              <a:buSzPts val="1400"/>
              <a:buNone/>
              <a:defRPr sz="2400" b="1" i="0" u="none" strike="noStrike" cap="none">
                <a:solidFill>
                  <a:srgbClr val="000000"/>
                </a:solidFill>
                <a:latin typeface="Arial"/>
                <a:ea typeface="Arial"/>
                <a:cs typeface="Arial"/>
                <a:sym typeface="Arial"/>
              </a:defRPr>
            </a:lvl1pPr>
            <a:lvl2pPr marL="457200" marR="0" lvl="1" indent="0" algn="l" rtl="0">
              <a:lnSpc>
                <a:spcPct val="100000"/>
              </a:lnSpc>
              <a:spcBef>
                <a:spcPts val="0"/>
              </a:spcBef>
              <a:spcAft>
                <a:spcPts val="0"/>
              </a:spcAft>
              <a:buSzPts val="1400"/>
              <a:buNone/>
              <a:defRPr sz="2400" b="1" i="0" u="none" strike="noStrike" cap="none">
                <a:solidFill>
                  <a:srgbClr val="000000"/>
                </a:solidFill>
                <a:latin typeface="Arial"/>
                <a:ea typeface="Arial"/>
                <a:cs typeface="Arial"/>
                <a:sym typeface="Arial"/>
              </a:defRPr>
            </a:lvl2pPr>
            <a:lvl3pPr marL="914400" marR="0" lvl="2" indent="0" algn="l" rtl="0">
              <a:lnSpc>
                <a:spcPct val="100000"/>
              </a:lnSpc>
              <a:spcBef>
                <a:spcPts val="0"/>
              </a:spcBef>
              <a:spcAft>
                <a:spcPts val="0"/>
              </a:spcAft>
              <a:buSzPts val="1400"/>
              <a:buNone/>
              <a:defRPr sz="2400" b="1" i="0" u="none" strike="noStrike" cap="none">
                <a:solidFill>
                  <a:srgbClr val="000000"/>
                </a:solidFill>
                <a:latin typeface="Arial"/>
                <a:ea typeface="Arial"/>
                <a:cs typeface="Arial"/>
                <a:sym typeface="Arial"/>
              </a:defRPr>
            </a:lvl3pPr>
            <a:lvl4pPr marL="1371600" marR="0" lvl="3" indent="0" algn="l" rtl="0">
              <a:lnSpc>
                <a:spcPct val="100000"/>
              </a:lnSpc>
              <a:spcBef>
                <a:spcPts val="0"/>
              </a:spcBef>
              <a:spcAft>
                <a:spcPts val="0"/>
              </a:spcAft>
              <a:buSzPts val="1400"/>
              <a:buNone/>
              <a:defRPr sz="2400" b="1" i="0" u="none" strike="noStrike" cap="none">
                <a:solidFill>
                  <a:srgbClr val="000000"/>
                </a:solidFill>
                <a:latin typeface="Arial"/>
                <a:ea typeface="Arial"/>
                <a:cs typeface="Arial"/>
                <a:sym typeface="Arial"/>
              </a:defRPr>
            </a:lvl4pPr>
            <a:lvl5pPr marL="1828800" marR="0" lvl="4" indent="0" algn="l" rtl="0">
              <a:lnSpc>
                <a:spcPct val="100000"/>
              </a:lnSpc>
              <a:spcBef>
                <a:spcPts val="0"/>
              </a:spcBef>
              <a:spcAft>
                <a:spcPts val="0"/>
              </a:spcAft>
              <a:buSzPts val="1400"/>
              <a:buNone/>
              <a:defRPr sz="2400" b="1" i="0" u="none" strike="noStrike" cap="none">
                <a:solidFill>
                  <a:srgbClr val="000000"/>
                </a:solidFill>
                <a:latin typeface="Arial"/>
                <a:ea typeface="Arial"/>
                <a:cs typeface="Arial"/>
                <a:sym typeface="Arial"/>
              </a:defRPr>
            </a:lvl5pPr>
            <a:lvl6pPr marL="2286000" marR="0" lvl="5" indent="0" algn="l" rtl="0">
              <a:lnSpc>
                <a:spcPct val="100000"/>
              </a:lnSpc>
              <a:spcBef>
                <a:spcPts val="0"/>
              </a:spcBef>
              <a:spcAft>
                <a:spcPts val="0"/>
              </a:spcAft>
              <a:buSzPts val="1400"/>
              <a:buNone/>
              <a:defRPr sz="2400" b="1" i="0" u="none" strike="noStrike" cap="none">
                <a:solidFill>
                  <a:srgbClr val="000000"/>
                </a:solidFill>
                <a:latin typeface="Arial"/>
                <a:ea typeface="Arial"/>
                <a:cs typeface="Arial"/>
                <a:sym typeface="Arial"/>
              </a:defRPr>
            </a:lvl6pPr>
            <a:lvl7pPr marL="3200400" marR="0" lvl="6" indent="0" algn="l" rtl="0">
              <a:lnSpc>
                <a:spcPct val="100000"/>
              </a:lnSpc>
              <a:spcBef>
                <a:spcPts val="0"/>
              </a:spcBef>
              <a:spcAft>
                <a:spcPts val="0"/>
              </a:spcAft>
              <a:buSzPts val="1400"/>
              <a:buNone/>
              <a:defRPr sz="2400" b="1" i="0" u="none" strike="noStrike" cap="none">
                <a:solidFill>
                  <a:srgbClr val="000000"/>
                </a:solidFill>
                <a:latin typeface="Arial"/>
                <a:ea typeface="Arial"/>
                <a:cs typeface="Arial"/>
                <a:sym typeface="Arial"/>
              </a:defRPr>
            </a:lvl7pPr>
            <a:lvl8pPr marL="4572000" marR="0" lvl="7" indent="0" algn="l" rtl="0">
              <a:lnSpc>
                <a:spcPct val="100000"/>
              </a:lnSpc>
              <a:spcBef>
                <a:spcPts val="0"/>
              </a:spcBef>
              <a:spcAft>
                <a:spcPts val="0"/>
              </a:spcAft>
              <a:buSzPts val="1400"/>
              <a:buNone/>
              <a:defRPr sz="2400" b="1" i="0" u="none" strike="noStrike" cap="none">
                <a:solidFill>
                  <a:srgbClr val="000000"/>
                </a:solidFill>
                <a:latin typeface="Arial"/>
                <a:ea typeface="Arial"/>
                <a:cs typeface="Arial"/>
                <a:sym typeface="Arial"/>
              </a:defRPr>
            </a:lvl8pPr>
            <a:lvl9pPr marL="6400800" marR="0" lvl="8" indent="0" algn="l" rtl="0">
              <a:lnSpc>
                <a:spcPct val="100000"/>
              </a:lnSpc>
              <a:spcBef>
                <a:spcPts val="0"/>
              </a:spcBef>
              <a:spcAft>
                <a:spcPts val="0"/>
              </a:spcAft>
              <a:buSzPts val="1400"/>
              <a:buNone/>
              <a:defRPr sz="2400" b="1"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Arial"/>
              <a:buNone/>
            </a:pPr>
            <a:fld id="{00000000-1234-1234-1234-123412341234}" type="slidenum">
              <a:rPr lang="en-US" sz="1200" b="0" i="0" u="none" strike="noStrike" cap="none">
                <a:solidFill>
                  <a:srgbClr val="000000"/>
                </a:solidFill>
                <a:latin typeface="Arial"/>
                <a:ea typeface="Arial"/>
                <a:cs typeface="Arial"/>
                <a:sym typeface="Arial"/>
              </a:rPr>
              <a:t>‹#›</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9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665699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9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65325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 name="Google Shape;55;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192700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 name="Google Shape;55;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320570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 name="Google Shape;55;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447235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 name="Google Shape;55;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03091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 name="Google Shape;55;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415323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 name="Google Shape;55;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671949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287221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 name="Google Shape;55;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 name="Google Shape;55;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561555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678951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 name="Google Shape;55;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235828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1" name="Google Shape;61;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dirty="0">
                <a:solidFill>
                  <a:schemeClr val="dk1"/>
                </a:solidFill>
                <a:highlight>
                  <a:srgbClr val="FFFFFF"/>
                </a:highlight>
                <a:latin typeface="Calibri"/>
                <a:ea typeface="Calibri"/>
                <a:cs typeface="Calibri"/>
                <a:sym typeface="Calibri"/>
              </a:rPr>
              <a:t>Carnegie Mellon University</a:t>
            </a:r>
            <a:endParaRPr sz="1200" dirty="0">
              <a:solidFill>
                <a:schemeClr val="dk1"/>
              </a:solidFill>
              <a:highlight>
                <a:srgbClr val="FFFFFF"/>
              </a:highlight>
              <a:latin typeface="Calibri"/>
              <a:ea typeface="Calibri"/>
              <a:cs typeface="Calibri"/>
              <a:sym typeface="Calibri"/>
            </a:endParaRPr>
          </a:p>
          <a:p>
            <a:pPr marL="0" marR="0" lvl="0" indent="0" algn="l" rtl="0">
              <a:spcBef>
                <a:spcPts val="0"/>
              </a:spcBef>
              <a:spcAft>
                <a:spcPts val="0"/>
              </a:spcAft>
              <a:buNone/>
            </a:pPr>
            <a:r>
              <a:rPr lang="en-US" sz="1200" dirty="0">
                <a:solidFill>
                  <a:schemeClr val="dk1"/>
                </a:solidFill>
                <a:highlight>
                  <a:srgbClr val="FFFFFF"/>
                </a:highlight>
                <a:latin typeface="Calibri"/>
                <a:ea typeface="Calibri"/>
                <a:cs typeface="Calibri"/>
                <a:sym typeface="Calibri"/>
              </a:rPr>
              <a:t>Alice 2.5 works for the newest MacOS (version 10.13) now as of the end of Spring 2018.</a:t>
            </a:r>
            <a:endParaRPr sz="1200" dirty="0">
              <a:solidFill>
                <a:schemeClr val="dk1"/>
              </a:solidFill>
              <a:highlight>
                <a:srgbClr val="FFFFFF"/>
              </a:highlight>
              <a:latin typeface="Calibri"/>
              <a:ea typeface="Calibri"/>
              <a:cs typeface="Calibri"/>
              <a:sym typeface="Calibri"/>
            </a:endParaRPr>
          </a:p>
        </p:txBody>
      </p:sp>
      <p:sp>
        <p:nvSpPr>
          <p:cNvPr id="62" name="Google Shape;62;p5: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Arial"/>
              <a:buNone/>
            </a:pPr>
            <a:fld id="{00000000-1234-1234-1234-123412341234}" type="slidenum">
              <a:rPr lang="en-US" sz="1200" b="0" i="0" u="none">
                <a:solidFill>
                  <a:srgbClr val="000000"/>
                </a:solidFill>
                <a:latin typeface="Arial"/>
                <a:ea typeface="Arial"/>
                <a:cs typeface="Arial"/>
                <a:sym typeface="Arial"/>
              </a:rPr>
              <a:t>18</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9" name="Google Shape;69;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99203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9" name="Google Shape;69;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035202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9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814073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9" name="Google Shape;69;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822001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936562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9" name="Google Shape;69;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743809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69" name="Google Shape;69;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315962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2" name="Google Shape;82;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Font typeface="Arial"/>
              <a:buNone/>
            </a:pPr>
            <a:r>
              <a:rPr lang="en-US" sz="1200" b="0" i="0" u="none" strike="noStrike" cap="none"/>
              <a:t>Developed and maintained by Carnegie Mellon University</a:t>
            </a:r>
            <a:endParaRPr sz="1200"/>
          </a:p>
        </p:txBody>
      </p:sp>
      <p:sp>
        <p:nvSpPr>
          <p:cNvPr id="83" name="Google Shape;83;p9: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Arial"/>
              <a:buNone/>
            </a:pPr>
            <a:fld id="{00000000-1234-1234-1234-123412341234}" type="slidenum">
              <a:rPr lang="en-US" sz="1200" b="0" i="0" u="none">
                <a:solidFill>
                  <a:srgbClr val="000000"/>
                </a:solidFill>
                <a:latin typeface="Arial"/>
                <a:ea typeface="Arial"/>
                <a:cs typeface="Arial"/>
                <a:sym typeface="Arial"/>
              </a:rPr>
              <a:t>29</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 name="Google Shape;93;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418673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9" name="Google Shape;69;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98501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33861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4" name="Google Shape;144;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6" name="Google Shape;136;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4" name="Google Shape;154;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1" name="Google Shape;161;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0187300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2" name="Google Shape;122;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1901386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042752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a:extLst>
            <a:ext uri="{FF2B5EF4-FFF2-40B4-BE49-F238E27FC236}">
              <a16:creationId xmlns:a16="http://schemas.microsoft.com/office/drawing/2014/main" id="{ECEE3D92-CDF8-417D-1BE6-D0B65DDCD07D}"/>
            </a:ext>
          </a:extLst>
        </p:cNvPr>
        <p:cNvGrpSpPr/>
        <p:nvPr/>
      </p:nvGrpSpPr>
      <p:grpSpPr>
        <a:xfrm>
          <a:off x="0" y="0"/>
          <a:ext cx="0" cy="0"/>
          <a:chOff x="0" y="0"/>
          <a:chExt cx="0" cy="0"/>
        </a:xfrm>
      </p:grpSpPr>
      <p:sp>
        <p:nvSpPr>
          <p:cNvPr id="100" name="Google Shape;100;p12:notes">
            <a:extLst>
              <a:ext uri="{FF2B5EF4-FFF2-40B4-BE49-F238E27FC236}">
                <a16:creationId xmlns:a16="http://schemas.microsoft.com/office/drawing/2014/main" id="{5CD9ACBC-A454-D3A3-0151-4D87F4714DF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12:notes">
            <a:extLst>
              <a:ext uri="{FF2B5EF4-FFF2-40B4-BE49-F238E27FC236}">
                <a16:creationId xmlns:a16="http://schemas.microsoft.com/office/drawing/2014/main" id="{C4FC6453-334A-0B8C-9198-C04712ABBD74}"/>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6783540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8389806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144413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5616519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6238427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4053387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7531789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4879172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1931591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858241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653998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98495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2"/>
        <p:cNvGrpSpPr/>
        <p:nvPr/>
      </p:nvGrpSpPr>
      <p:grpSpPr>
        <a:xfrm>
          <a:off x="0" y="0"/>
          <a:ext cx="0" cy="0"/>
          <a:chOff x="0" y="0"/>
          <a:chExt cx="0" cy="0"/>
        </a:xfrm>
      </p:grpSpPr>
      <p:sp>
        <p:nvSpPr>
          <p:cNvPr id="23" name="Google Shape;23;p4"/>
          <p:cNvSpPr txBox="1">
            <a:spLocks noGrp="1"/>
          </p:cNvSpPr>
          <p:nvPr>
            <p:ph type="title"/>
          </p:nvPr>
        </p:nvSpPr>
        <p:spPr>
          <a:xfrm rot="5400000">
            <a:off x="4732337" y="2171700"/>
            <a:ext cx="5851525" cy="2057400"/>
          </a:xfrm>
          <a:prstGeom prst="rect">
            <a:avLst/>
          </a:prstGeom>
          <a:noFill/>
          <a:ln>
            <a:noFill/>
          </a:ln>
        </p:spPr>
        <p:txBody>
          <a:bodyPr spcFirstLastPara="1" wrap="square" lIns="91425" tIns="91425" rIns="91425" bIns="91425" anchor="t" anchorCtr="0">
            <a:noAutofit/>
          </a:bodyPr>
          <a:lstStyle>
            <a:lvl1pPr marL="0" marR="0" lvl="0"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1pPr>
            <a:lvl2pPr marL="0" marR="0" lvl="1"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2pPr>
            <a:lvl3pPr marL="0" marR="0" lvl="2"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3pPr>
            <a:lvl4pPr marL="0" marR="0" lvl="3"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4pPr>
            <a:lvl5pPr marL="0" marR="0" lvl="4"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5pPr>
            <a:lvl6pPr marL="457200" marR="0" lvl="5"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6pPr>
            <a:lvl7pPr marL="914400" marR="0" lvl="6"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7pPr>
            <a:lvl8pPr marL="1371600" marR="0" lvl="7"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8pPr>
            <a:lvl9pPr marL="1828800" marR="0" lvl="8"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9pPr>
          </a:lstStyle>
          <a:p>
            <a:endParaRPr/>
          </a:p>
        </p:txBody>
      </p:sp>
      <p:sp>
        <p:nvSpPr>
          <p:cNvPr id="24" name="Google Shape;24;p4"/>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91425" rIns="91425" bIns="91425" anchor="t" anchorCtr="0">
            <a:noAutofit/>
          </a:bodyPr>
          <a:lstStyle>
            <a:lvl1pPr marL="457200" marR="0" lvl="0" indent="-431800" algn="l" rtl="0">
              <a:spcBef>
                <a:spcPts val="640"/>
              </a:spcBef>
              <a:spcAft>
                <a:spcPts val="0"/>
              </a:spcAft>
              <a:buClr>
                <a:schemeClr val="dk1"/>
              </a:buClr>
              <a:buSzPts val="3200"/>
              <a:buFont typeface="Arial"/>
              <a:buChar char="•"/>
              <a:defRPr sz="3200">
                <a:solidFill>
                  <a:schemeClr val="dk1"/>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457200" y="274638"/>
            <a:ext cx="8229600" cy="1143000"/>
          </a:xfrm>
          <a:prstGeom prst="rect">
            <a:avLst/>
          </a:prstGeom>
          <a:noFill/>
          <a:ln>
            <a:noFill/>
          </a:ln>
        </p:spPr>
        <p:txBody>
          <a:bodyPr spcFirstLastPara="1" wrap="square" lIns="91425" tIns="91425" rIns="91425" bIns="91425" anchor="t" anchorCtr="0">
            <a:noAutofit/>
          </a:bodyPr>
          <a:lstStyle>
            <a:lvl1pPr marL="0" marR="0" lvl="0"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1pPr>
            <a:lvl2pPr marL="0" marR="0" lvl="1"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2pPr>
            <a:lvl3pPr marL="0" marR="0" lvl="2"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3pPr>
            <a:lvl4pPr marL="0" marR="0" lvl="3"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4pPr>
            <a:lvl5pPr marL="0" marR="0" lvl="4"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5pPr>
            <a:lvl6pPr marL="457200" marR="0" lvl="5"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6pPr>
            <a:lvl7pPr marL="914400" marR="0" lvl="6"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7pPr>
            <a:lvl8pPr marL="1371600" marR="0" lvl="7"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8pPr>
            <a:lvl9pPr marL="1828800" marR="0" lvl="8"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9pPr>
          </a:lstStyle>
          <a:p>
            <a:endParaRPr/>
          </a:p>
        </p:txBody>
      </p:sp>
      <p:sp>
        <p:nvSpPr>
          <p:cNvPr id="27" name="Google Shape;27;p5"/>
          <p:cNvSpPr txBox="1">
            <a:spLocks noGrp="1"/>
          </p:cNvSpPr>
          <p:nvPr>
            <p:ph type="body" idx="1"/>
          </p:nvPr>
        </p:nvSpPr>
        <p:spPr>
          <a:xfrm rot="5400000">
            <a:off x="2309019" y="-251619"/>
            <a:ext cx="4525962" cy="8229600"/>
          </a:xfrm>
          <a:prstGeom prst="rect">
            <a:avLst/>
          </a:prstGeom>
          <a:noFill/>
          <a:ln>
            <a:noFill/>
          </a:ln>
        </p:spPr>
        <p:txBody>
          <a:bodyPr spcFirstLastPara="1" wrap="square" lIns="91425" tIns="91425" rIns="91425" bIns="91425" anchor="t" anchorCtr="0">
            <a:noAutofit/>
          </a:bodyPr>
          <a:lstStyle>
            <a:lvl1pPr marL="457200" marR="0" lvl="0" indent="-431800" algn="l" rtl="0">
              <a:spcBef>
                <a:spcPts val="640"/>
              </a:spcBef>
              <a:spcAft>
                <a:spcPts val="0"/>
              </a:spcAft>
              <a:buClr>
                <a:schemeClr val="dk1"/>
              </a:buClr>
              <a:buSzPts val="3200"/>
              <a:buFont typeface="Arial"/>
              <a:buChar char="•"/>
              <a:defRPr sz="3200">
                <a:solidFill>
                  <a:schemeClr val="dk1"/>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1792288" y="4800600"/>
            <a:ext cx="5486400" cy="566738"/>
          </a:xfrm>
          <a:prstGeom prst="rect">
            <a:avLst/>
          </a:prstGeom>
          <a:noFill/>
          <a:ln>
            <a:noFill/>
          </a:ln>
        </p:spPr>
        <p:txBody>
          <a:bodyPr spcFirstLastPara="1" wrap="square" lIns="91425" tIns="91425" rIns="91425" bIns="91425" anchor="b" anchorCtr="0">
            <a:noAutofit/>
          </a:bodyPr>
          <a:lstStyle>
            <a:lvl1pPr marL="0" marR="0" lvl="0" indent="0" algn="l" rtl="0">
              <a:spcBef>
                <a:spcPts val="0"/>
              </a:spcBef>
              <a:spcAft>
                <a:spcPts val="0"/>
              </a:spcAft>
              <a:buSzPts val="1400"/>
              <a:buNone/>
              <a:defRPr sz="2000" b="1" i="0" u="none" strike="noStrike" cap="none">
                <a:solidFill>
                  <a:schemeClr val="dk2"/>
                </a:solidFill>
                <a:latin typeface="Arial"/>
                <a:ea typeface="Arial"/>
                <a:cs typeface="Arial"/>
                <a:sym typeface="Arial"/>
              </a:defRPr>
            </a:lvl1pPr>
            <a:lvl2pPr marL="0" marR="0" lvl="1"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2pPr>
            <a:lvl3pPr marL="0" marR="0" lvl="2"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3pPr>
            <a:lvl4pPr marL="0" marR="0" lvl="3"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4pPr>
            <a:lvl5pPr marL="0" marR="0" lvl="4"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5pPr>
            <a:lvl6pPr marL="457200" marR="0" lvl="5"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6pPr>
            <a:lvl7pPr marL="914400" marR="0" lvl="6"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7pPr>
            <a:lvl8pPr marL="1371600" marR="0" lvl="7"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8pPr>
            <a:lvl9pPr marL="1828800" marR="0" lvl="8"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9pPr>
          </a:lstStyle>
          <a:p>
            <a:endParaRPr/>
          </a:p>
        </p:txBody>
      </p:sp>
      <p:sp>
        <p:nvSpPr>
          <p:cNvPr id="30" name="Google Shape;30;p6"/>
          <p:cNvSpPr>
            <a:spLocks noGrp="1"/>
          </p:cNvSpPr>
          <p:nvPr>
            <p:ph type="pic" idx="2"/>
          </p:nvPr>
        </p:nvSpPr>
        <p:spPr>
          <a:xfrm>
            <a:off x="1792288" y="612775"/>
            <a:ext cx="5486400" cy="4114800"/>
          </a:xfrm>
          <a:prstGeom prst="rect">
            <a:avLst/>
          </a:prstGeom>
          <a:noFill/>
          <a:ln>
            <a:noFill/>
          </a:ln>
        </p:spPr>
        <p:txBody>
          <a:bodyPr spcFirstLastPara="1" wrap="square" lIns="91425" tIns="91425" rIns="91425" bIns="91425" anchor="t" anchorCtr="0">
            <a:noAutofit/>
          </a:bodyPr>
          <a:lstStyle>
            <a:lvl1pPr marL="0" marR="0" lvl="0" indent="0" algn="l" rtl="0">
              <a:spcBef>
                <a:spcPts val="640"/>
              </a:spcBef>
              <a:spcAft>
                <a:spcPts val="0"/>
              </a:spcAft>
              <a:buClr>
                <a:schemeClr val="dk1"/>
              </a:buClr>
              <a:buSzPts val="1400"/>
              <a:buFont typeface="Arial"/>
              <a:buNone/>
              <a:defRPr sz="3200">
                <a:solidFill>
                  <a:schemeClr val="dk1"/>
                </a:solidFill>
                <a:latin typeface="Arial"/>
                <a:ea typeface="Arial"/>
                <a:cs typeface="Arial"/>
                <a:sym typeface="Arial"/>
              </a:defRPr>
            </a:lvl1pPr>
            <a:lvl2pPr marL="457200" marR="0" lvl="1" indent="0" algn="l" rtl="0">
              <a:spcBef>
                <a:spcPts val="560"/>
              </a:spcBef>
              <a:spcAft>
                <a:spcPts val="0"/>
              </a:spcAft>
              <a:buClr>
                <a:schemeClr val="dk1"/>
              </a:buClr>
              <a:buSzPts val="1400"/>
              <a:buFont typeface="Arial"/>
              <a:buNone/>
              <a:defRPr sz="2800" b="0" i="0" u="none" strike="noStrike" cap="none">
                <a:solidFill>
                  <a:schemeClr val="dk1"/>
                </a:solidFill>
                <a:latin typeface="Arial"/>
                <a:ea typeface="Arial"/>
                <a:cs typeface="Arial"/>
                <a:sym typeface="Arial"/>
              </a:defRPr>
            </a:lvl2pPr>
            <a:lvl3pPr marL="914400" marR="0" lvl="2" indent="0" algn="l" rtl="0">
              <a:spcBef>
                <a:spcPts val="480"/>
              </a:spcBef>
              <a:spcAft>
                <a:spcPts val="0"/>
              </a:spcAft>
              <a:buClr>
                <a:schemeClr val="dk1"/>
              </a:buClr>
              <a:buSzPts val="1400"/>
              <a:buFont typeface="Arial"/>
              <a:buNone/>
              <a:defRPr sz="2400" b="0" i="0" u="none" strike="noStrike" cap="none">
                <a:solidFill>
                  <a:schemeClr val="dk1"/>
                </a:solidFill>
                <a:latin typeface="Arial"/>
                <a:ea typeface="Arial"/>
                <a:cs typeface="Arial"/>
                <a:sym typeface="Arial"/>
              </a:defRPr>
            </a:lvl3pPr>
            <a:lvl4pPr marL="1371600" marR="0" lvl="3" indent="0" algn="l" rtl="0">
              <a:spcBef>
                <a:spcPts val="400"/>
              </a:spcBef>
              <a:spcAft>
                <a:spcPts val="0"/>
              </a:spcAft>
              <a:buClr>
                <a:schemeClr val="dk1"/>
              </a:buClr>
              <a:buSzPts val="1400"/>
              <a:buFont typeface="Arial"/>
              <a:buNone/>
              <a:defRPr sz="2000" b="0" i="0" u="none" strike="noStrike" cap="none">
                <a:solidFill>
                  <a:schemeClr val="dk1"/>
                </a:solidFill>
                <a:latin typeface="Arial"/>
                <a:ea typeface="Arial"/>
                <a:cs typeface="Arial"/>
                <a:sym typeface="Arial"/>
              </a:defRPr>
            </a:lvl4pPr>
            <a:lvl5pPr marL="1828800" marR="0" lvl="4" indent="0" algn="l" rtl="0">
              <a:spcBef>
                <a:spcPts val="400"/>
              </a:spcBef>
              <a:spcAft>
                <a:spcPts val="0"/>
              </a:spcAft>
              <a:buClr>
                <a:schemeClr val="dk1"/>
              </a:buClr>
              <a:buSzPts val="1400"/>
              <a:buFont typeface="Arial"/>
              <a:buNone/>
              <a:defRPr sz="2000" b="0" i="0" u="none" strike="noStrike" cap="none">
                <a:solidFill>
                  <a:schemeClr val="dk1"/>
                </a:solidFill>
                <a:latin typeface="Arial"/>
                <a:ea typeface="Arial"/>
                <a:cs typeface="Arial"/>
                <a:sym typeface="Arial"/>
              </a:defRPr>
            </a:lvl5pPr>
            <a:lvl6pPr marL="2286000" marR="0" lvl="5" indent="0" algn="l" rtl="0">
              <a:spcBef>
                <a:spcPts val="400"/>
              </a:spcBef>
              <a:spcAft>
                <a:spcPts val="0"/>
              </a:spcAft>
              <a:buClr>
                <a:schemeClr val="dk1"/>
              </a:buClr>
              <a:buSzPts val="1400"/>
              <a:buFont typeface="Arial"/>
              <a:buNone/>
              <a:defRPr sz="2000" b="0" i="0" u="none" strike="noStrike" cap="none">
                <a:solidFill>
                  <a:schemeClr val="dk1"/>
                </a:solidFill>
                <a:latin typeface="Arial"/>
                <a:ea typeface="Arial"/>
                <a:cs typeface="Arial"/>
                <a:sym typeface="Arial"/>
              </a:defRPr>
            </a:lvl6pPr>
            <a:lvl7pPr marL="2743200" marR="0" lvl="6" indent="0" algn="l" rtl="0">
              <a:spcBef>
                <a:spcPts val="400"/>
              </a:spcBef>
              <a:spcAft>
                <a:spcPts val="0"/>
              </a:spcAft>
              <a:buClr>
                <a:schemeClr val="dk1"/>
              </a:buClr>
              <a:buSzPts val="1400"/>
              <a:buFont typeface="Arial"/>
              <a:buNone/>
              <a:defRPr sz="2000" b="0" i="0" u="none" strike="noStrike" cap="none">
                <a:solidFill>
                  <a:schemeClr val="dk1"/>
                </a:solidFill>
                <a:latin typeface="Arial"/>
                <a:ea typeface="Arial"/>
                <a:cs typeface="Arial"/>
                <a:sym typeface="Arial"/>
              </a:defRPr>
            </a:lvl7pPr>
            <a:lvl8pPr marL="3200400" marR="0" lvl="7" indent="0" algn="l" rtl="0">
              <a:spcBef>
                <a:spcPts val="400"/>
              </a:spcBef>
              <a:spcAft>
                <a:spcPts val="0"/>
              </a:spcAft>
              <a:buClr>
                <a:schemeClr val="dk1"/>
              </a:buClr>
              <a:buSzPts val="1400"/>
              <a:buFont typeface="Arial"/>
              <a:buNone/>
              <a:defRPr sz="2000" b="0" i="0" u="none" strike="noStrike" cap="none">
                <a:solidFill>
                  <a:schemeClr val="dk1"/>
                </a:solidFill>
                <a:latin typeface="Arial"/>
                <a:ea typeface="Arial"/>
                <a:cs typeface="Arial"/>
                <a:sym typeface="Arial"/>
              </a:defRPr>
            </a:lvl8pPr>
            <a:lvl9pPr marL="3657600" marR="0" lvl="8" indent="0" algn="l" rtl="0">
              <a:spcBef>
                <a:spcPts val="400"/>
              </a:spcBef>
              <a:spcAft>
                <a:spcPts val="0"/>
              </a:spcAft>
              <a:buClr>
                <a:schemeClr val="dk1"/>
              </a:buClr>
              <a:buSzPts val="1400"/>
              <a:buFont typeface="Arial"/>
              <a:buNone/>
              <a:defRPr sz="2000" b="0" i="0" u="none" strike="noStrike" cap="none">
                <a:solidFill>
                  <a:schemeClr val="dk1"/>
                </a:solidFill>
                <a:latin typeface="Arial"/>
                <a:ea typeface="Arial"/>
                <a:cs typeface="Arial"/>
                <a:sym typeface="Arial"/>
              </a:defRPr>
            </a:lvl9pPr>
          </a:lstStyle>
          <a:p>
            <a:endParaRPr/>
          </a:p>
        </p:txBody>
      </p:sp>
      <p:sp>
        <p:nvSpPr>
          <p:cNvPr id="31" name="Google Shape;31;p6"/>
          <p:cNvSpPr txBox="1">
            <a:spLocks noGrp="1"/>
          </p:cNvSpPr>
          <p:nvPr>
            <p:ph type="body" idx="1"/>
          </p:nvPr>
        </p:nvSpPr>
        <p:spPr>
          <a:xfrm>
            <a:off x="1792288" y="5367338"/>
            <a:ext cx="5486400" cy="804862"/>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280"/>
              </a:spcBef>
              <a:spcAft>
                <a:spcPts val="0"/>
              </a:spcAft>
              <a:buClr>
                <a:schemeClr val="dk1"/>
              </a:buClr>
              <a:buSzPts val="3200"/>
              <a:buFont typeface="Arial"/>
              <a:buNone/>
              <a:defRPr sz="1400">
                <a:solidFill>
                  <a:schemeClr val="dk1"/>
                </a:solidFill>
                <a:latin typeface="Arial"/>
                <a:ea typeface="Arial"/>
                <a:cs typeface="Arial"/>
                <a:sym typeface="Arial"/>
              </a:defRPr>
            </a:lvl1pPr>
            <a:lvl2pPr marL="914400" marR="0" lvl="1" indent="-228600" algn="l" rtl="0">
              <a:spcBef>
                <a:spcPts val="240"/>
              </a:spcBef>
              <a:spcAft>
                <a:spcPts val="0"/>
              </a:spcAft>
              <a:buClr>
                <a:schemeClr val="dk1"/>
              </a:buClr>
              <a:buSzPts val="2800"/>
              <a:buFont typeface="Arial"/>
              <a:buNone/>
              <a:defRPr sz="1200" b="0" i="0" u="none" strike="noStrike" cap="none">
                <a:solidFill>
                  <a:schemeClr val="dk1"/>
                </a:solidFill>
                <a:latin typeface="Arial"/>
                <a:ea typeface="Arial"/>
                <a:cs typeface="Arial"/>
                <a:sym typeface="Arial"/>
              </a:defRPr>
            </a:lvl2pPr>
            <a:lvl3pPr marL="1371600" marR="0" lvl="2" indent="-228600" algn="l" rtl="0">
              <a:spcBef>
                <a:spcPts val="200"/>
              </a:spcBef>
              <a:spcAft>
                <a:spcPts val="0"/>
              </a:spcAft>
              <a:buClr>
                <a:schemeClr val="dk1"/>
              </a:buClr>
              <a:buSzPts val="2400"/>
              <a:buFont typeface="Arial"/>
              <a:buNone/>
              <a:defRPr sz="1000" b="0" i="0" u="none" strike="noStrike" cap="none">
                <a:solidFill>
                  <a:schemeClr val="dk1"/>
                </a:solidFill>
                <a:latin typeface="Arial"/>
                <a:ea typeface="Arial"/>
                <a:cs typeface="Arial"/>
                <a:sym typeface="Arial"/>
              </a:defRPr>
            </a:lvl3pPr>
            <a:lvl4pPr marL="1828800" marR="0" lvl="3" indent="-228600" algn="l" rtl="0">
              <a:spcBef>
                <a:spcPts val="180"/>
              </a:spcBef>
              <a:spcAft>
                <a:spcPts val="0"/>
              </a:spcAft>
              <a:buClr>
                <a:schemeClr val="dk1"/>
              </a:buClr>
              <a:buSzPts val="2000"/>
              <a:buFont typeface="Arial"/>
              <a:buNone/>
              <a:defRPr sz="900" b="0" i="0" u="none" strike="noStrike" cap="none">
                <a:solidFill>
                  <a:schemeClr val="dk1"/>
                </a:solidFill>
                <a:latin typeface="Arial"/>
                <a:ea typeface="Arial"/>
                <a:cs typeface="Arial"/>
                <a:sym typeface="Arial"/>
              </a:defRPr>
            </a:lvl4pPr>
            <a:lvl5pPr marL="2286000" marR="0" lvl="4" indent="-228600" algn="l" rtl="0">
              <a:spcBef>
                <a:spcPts val="180"/>
              </a:spcBef>
              <a:spcAft>
                <a:spcPts val="0"/>
              </a:spcAft>
              <a:buClr>
                <a:schemeClr val="dk1"/>
              </a:buClr>
              <a:buSzPts val="2000"/>
              <a:buFont typeface="Arial"/>
              <a:buNone/>
              <a:defRPr sz="900" b="0" i="0" u="none" strike="noStrike" cap="none">
                <a:solidFill>
                  <a:schemeClr val="dk1"/>
                </a:solidFill>
                <a:latin typeface="Arial"/>
                <a:ea typeface="Arial"/>
                <a:cs typeface="Arial"/>
                <a:sym typeface="Arial"/>
              </a:defRPr>
            </a:lvl5pPr>
            <a:lvl6pPr marL="2743200" marR="0" lvl="5" indent="-228600" algn="l" rtl="0">
              <a:spcBef>
                <a:spcPts val="180"/>
              </a:spcBef>
              <a:spcAft>
                <a:spcPts val="0"/>
              </a:spcAft>
              <a:buClr>
                <a:schemeClr val="dk1"/>
              </a:buClr>
              <a:buSzPts val="2000"/>
              <a:buFont typeface="Arial"/>
              <a:buNone/>
              <a:defRPr sz="900" b="0" i="0" u="none" strike="noStrike" cap="none">
                <a:solidFill>
                  <a:schemeClr val="dk1"/>
                </a:solidFill>
                <a:latin typeface="Arial"/>
                <a:ea typeface="Arial"/>
                <a:cs typeface="Arial"/>
                <a:sym typeface="Arial"/>
              </a:defRPr>
            </a:lvl6pPr>
            <a:lvl7pPr marL="3200400" marR="0" lvl="6" indent="-228600" algn="l" rtl="0">
              <a:spcBef>
                <a:spcPts val="180"/>
              </a:spcBef>
              <a:spcAft>
                <a:spcPts val="0"/>
              </a:spcAft>
              <a:buClr>
                <a:schemeClr val="dk1"/>
              </a:buClr>
              <a:buSzPts val="2000"/>
              <a:buFont typeface="Arial"/>
              <a:buNone/>
              <a:defRPr sz="900" b="0" i="0" u="none" strike="noStrike" cap="none">
                <a:solidFill>
                  <a:schemeClr val="dk1"/>
                </a:solidFill>
                <a:latin typeface="Arial"/>
                <a:ea typeface="Arial"/>
                <a:cs typeface="Arial"/>
                <a:sym typeface="Arial"/>
              </a:defRPr>
            </a:lvl7pPr>
            <a:lvl8pPr marL="3657600" marR="0" lvl="7" indent="-228600" algn="l" rtl="0">
              <a:spcBef>
                <a:spcPts val="180"/>
              </a:spcBef>
              <a:spcAft>
                <a:spcPts val="0"/>
              </a:spcAft>
              <a:buClr>
                <a:schemeClr val="dk1"/>
              </a:buClr>
              <a:buSzPts val="2000"/>
              <a:buFont typeface="Arial"/>
              <a:buNone/>
              <a:defRPr sz="900" b="0" i="0" u="none" strike="noStrike" cap="none">
                <a:solidFill>
                  <a:schemeClr val="dk1"/>
                </a:solidFill>
                <a:latin typeface="Arial"/>
                <a:ea typeface="Arial"/>
                <a:cs typeface="Arial"/>
                <a:sym typeface="Arial"/>
              </a:defRPr>
            </a:lvl8pPr>
            <a:lvl9pPr marL="4114800" marR="0" lvl="8" indent="-228600" algn="l" rtl="0">
              <a:spcBef>
                <a:spcPts val="180"/>
              </a:spcBef>
              <a:spcAft>
                <a:spcPts val="0"/>
              </a:spcAft>
              <a:buClr>
                <a:schemeClr val="dk1"/>
              </a:buClr>
              <a:buSzPts val="2000"/>
              <a:buFont typeface="Arial"/>
              <a:buNone/>
              <a:defRPr sz="9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457200" y="273050"/>
            <a:ext cx="3008313" cy="1162050"/>
          </a:xfrm>
          <a:prstGeom prst="rect">
            <a:avLst/>
          </a:prstGeom>
          <a:noFill/>
          <a:ln>
            <a:noFill/>
          </a:ln>
        </p:spPr>
        <p:txBody>
          <a:bodyPr spcFirstLastPara="1" wrap="square" lIns="91425" tIns="91425" rIns="91425" bIns="91425" anchor="b" anchorCtr="0">
            <a:noAutofit/>
          </a:bodyPr>
          <a:lstStyle>
            <a:lvl1pPr marL="0" marR="0" lvl="0" indent="0" algn="l" rtl="0">
              <a:spcBef>
                <a:spcPts val="0"/>
              </a:spcBef>
              <a:spcAft>
                <a:spcPts val="0"/>
              </a:spcAft>
              <a:buSzPts val="1400"/>
              <a:buNone/>
              <a:defRPr sz="2000" b="1" i="0" u="none" strike="noStrike" cap="none">
                <a:solidFill>
                  <a:schemeClr val="dk2"/>
                </a:solidFill>
                <a:latin typeface="Arial"/>
                <a:ea typeface="Arial"/>
                <a:cs typeface="Arial"/>
                <a:sym typeface="Arial"/>
              </a:defRPr>
            </a:lvl1pPr>
            <a:lvl2pPr marL="0" marR="0" lvl="1"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2pPr>
            <a:lvl3pPr marL="0" marR="0" lvl="2"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3pPr>
            <a:lvl4pPr marL="0" marR="0" lvl="3"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4pPr>
            <a:lvl5pPr marL="0" marR="0" lvl="4"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5pPr>
            <a:lvl6pPr marL="457200" marR="0" lvl="5"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6pPr>
            <a:lvl7pPr marL="914400" marR="0" lvl="6"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7pPr>
            <a:lvl8pPr marL="1371600" marR="0" lvl="7"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8pPr>
            <a:lvl9pPr marL="1828800" marR="0" lvl="8"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9pPr>
          </a:lstStyle>
          <a:p>
            <a:endParaRPr/>
          </a:p>
        </p:txBody>
      </p:sp>
      <p:sp>
        <p:nvSpPr>
          <p:cNvPr id="34" name="Google Shape;34;p7"/>
          <p:cNvSpPr txBox="1">
            <a:spLocks noGrp="1"/>
          </p:cNvSpPr>
          <p:nvPr>
            <p:ph type="body" idx="1"/>
          </p:nvPr>
        </p:nvSpPr>
        <p:spPr>
          <a:xfrm>
            <a:off x="3575050" y="273050"/>
            <a:ext cx="5111750" cy="5853113"/>
          </a:xfrm>
          <a:prstGeom prst="rect">
            <a:avLst/>
          </a:prstGeom>
          <a:noFill/>
          <a:ln>
            <a:noFill/>
          </a:ln>
        </p:spPr>
        <p:txBody>
          <a:bodyPr spcFirstLastPara="1" wrap="square" lIns="91425" tIns="91425" rIns="91425" bIns="91425" anchor="t" anchorCtr="0">
            <a:noAutofit/>
          </a:bodyPr>
          <a:lstStyle>
            <a:lvl1pPr marL="457200" marR="0" lvl="0" indent="-431800" algn="l" rtl="0">
              <a:spcBef>
                <a:spcPts val="640"/>
              </a:spcBef>
              <a:spcAft>
                <a:spcPts val="0"/>
              </a:spcAft>
              <a:buClr>
                <a:schemeClr val="dk1"/>
              </a:buClr>
              <a:buSzPts val="3200"/>
              <a:buFont typeface="Arial"/>
              <a:buChar char="•"/>
              <a:defRPr sz="3200">
                <a:solidFill>
                  <a:schemeClr val="dk1"/>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35" name="Google Shape;35;p7"/>
          <p:cNvSpPr txBox="1">
            <a:spLocks noGrp="1"/>
          </p:cNvSpPr>
          <p:nvPr>
            <p:ph type="body" idx="2"/>
          </p:nvPr>
        </p:nvSpPr>
        <p:spPr>
          <a:xfrm>
            <a:off x="457200" y="1435100"/>
            <a:ext cx="3008313" cy="4691063"/>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280"/>
              </a:spcBef>
              <a:spcAft>
                <a:spcPts val="0"/>
              </a:spcAft>
              <a:buClr>
                <a:schemeClr val="dk1"/>
              </a:buClr>
              <a:buSzPts val="3200"/>
              <a:buFont typeface="Arial"/>
              <a:buNone/>
              <a:defRPr sz="1400">
                <a:solidFill>
                  <a:schemeClr val="dk1"/>
                </a:solidFill>
                <a:latin typeface="Arial"/>
                <a:ea typeface="Arial"/>
                <a:cs typeface="Arial"/>
                <a:sym typeface="Arial"/>
              </a:defRPr>
            </a:lvl1pPr>
            <a:lvl2pPr marL="914400" marR="0" lvl="1" indent="-228600" algn="l" rtl="0">
              <a:spcBef>
                <a:spcPts val="240"/>
              </a:spcBef>
              <a:spcAft>
                <a:spcPts val="0"/>
              </a:spcAft>
              <a:buClr>
                <a:schemeClr val="dk1"/>
              </a:buClr>
              <a:buSzPts val="2800"/>
              <a:buFont typeface="Arial"/>
              <a:buNone/>
              <a:defRPr sz="1200" b="0" i="0" u="none" strike="noStrike" cap="none">
                <a:solidFill>
                  <a:schemeClr val="dk1"/>
                </a:solidFill>
                <a:latin typeface="Arial"/>
                <a:ea typeface="Arial"/>
                <a:cs typeface="Arial"/>
                <a:sym typeface="Arial"/>
              </a:defRPr>
            </a:lvl2pPr>
            <a:lvl3pPr marL="1371600" marR="0" lvl="2" indent="-228600" algn="l" rtl="0">
              <a:spcBef>
                <a:spcPts val="200"/>
              </a:spcBef>
              <a:spcAft>
                <a:spcPts val="0"/>
              </a:spcAft>
              <a:buClr>
                <a:schemeClr val="dk1"/>
              </a:buClr>
              <a:buSzPts val="2400"/>
              <a:buFont typeface="Arial"/>
              <a:buNone/>
              <a:defRPr sz="1000" b="0" i="0" u="none" strike="noStrike" cap="none">
                <a:solidFill>
                  <a:schemeClr val="dk1"/>
                </a:solidFill>
                <a:latin typeface="Arial"/>
                <a:ea typeface="Arial"/>
                <a:cs typeface="Arial"/>
                <a:sym typeface="Arial"/>
              </a:defRPr>
            </a:lvl3pPr>
            <a:lvl4pPr marL="1828800" marR="0" lvl="3" indent="-228600" algn="l" rtl="0">
              <a:spcBef>
                <a:spcPts val="180"/>
              </a:spcBef>
              <a:spcAft>
                <a:spcPts val="0"/>
              </a:spcAft>
              <a:buClr>
                <a:schemeClr val="dk1"/>
              </a:buClr>
              <a:buSzPts val="2000"/>
              <a:buFont typeface="Arial"/>
              <a:buNone/>
              <a:defRPr sz="900" b="0" i="0" u="none" strike="noStrike" cap="none">
                <a:solidFill>
                  <a:schemeClr val="dk1"/>
                </a:solidFill>
                <a:latin typeface="Arial"/>
                <a:ea typeface="Arial"/>
                <a:cs typeface="Arial"/>
                <a:sym typeface="Arial"/>
              </a:defRPr>
            </a:lvl4pPr>
            <a:lvl5pPr marL="2286000" marR="0" lvl="4" indent="-228600" algn="l" rtl="0">
              <a:spcBef>
                <a:spcPts val="180"/>
              </a:spcBef>
              <a:spcAft>
                <a:spcPts val="0"/>
              </a:spcAft>
              <a:buClr>
                <a:schemeClr val="dk1"/>
              </a:buClr>
              <a:buSzPts val="2000"/>
              <a:buFont typeface="Arial"/>
              <a:buNone/>
              <a:defRPr sz="900" b="0" i="0" u="none" strike="noStrike" cap="none">
                <a:solidFill>
                  <a:schemeClr val="dk1"/>
                </a:solidFill>
                <a:latin typeface="Arial"/>
                <a:ea typeface="Arial"/>
                <a:cs typeface="Arial"/>
                <a:sym typeface="Arial"/>
              </a:defRPr>
            </a:lvl5pPr>
            <a:lvl6pPr marL="2743200" marR="0" lvl="5" indent="-228600" algn="l" rtl="0">
              <a:spcBef>
                <a:spcPts val="180"/>
              </a:spcBef>
              <a:spcAft>
                <a:spcPts val="0"/>
              </a:spcAft>
              <a:buClr>
                <a:schemeClr val="dk1"/>
              </a:buClr>
              <a:buSzPts val="2000"/>
              <a:buFont typeface="Arial"/>
              <a:buNone/>
              <a:defRPr sz="900" b="0" i="0" u="none" strike="noStrike" cap="none">
                <a:solidFill>
                  <a:schemeClr val="dk1"/>
                </a:solidFill>
                <a:latin typeface="Arial"/>
                <a:ea typeface="Arial"/>
                <a:cs typeface="Arial"/>
                <a:sym typeface="Arial"/>
              </a:defRPr>
            </a:lvl6pPr>
            <a:lvl7pPr marL="3200400" marR="0" lvl="6" indent="-228600" algn="l" rtl="0">
              <a:spcBef>
                <a:spcPts val="180"/>
              </a:spcBef>
              <a:spcAft>
                <a:spcPts val="0"/>
              </a:spcAft>
              <a:buClr>
                <a:schemeClr val="dk1"/>
              </a:buClr>
              <a:buSzPts val="2000"/>
              <a:buFont typeface="Arial"/>
              <a:buNone/>
              <a:defRPr sz="900" b="0" i="0" u="none" strike="noStrike" cap="none">
                <a:solidFill>
                  <a:schemeClr val="dk1"/>
                </a:solidFill>
                <a:latin typeface="Arial"/>
                <a:ea typeface="Arial"/>
                <a:cs typeface="Arial"/>
                <a:sym typeface="Arial"/>
              </a:defRPr>
            </a:lvl7pPr>
            <a:lvl8pPr marL="3657600" marR="0" lvl="7" indent="-228600" algn="l" rtl="0">
              <a:spcBef>
                <a:spcPts val="180"/>
              </a:spcBef>
              <a:spcAft>
                <a:spcPts val="0"/>
              </a:spcAft>
              <a:buClr>
                <a:schemeClr val="dk1"/>
              </a:buClr>
              <a:buSzPts val="2000"/>
              <a:buFont typeface="Arial"/>
              <a:buNone/>
              <a:defRPr sz="900" b="0" i="0" u="none" strike="noStrike" cap="none">
                <a:solidFill>
                  <a:schemeClr val="dk1"/>
                </a:solidFill>
                <a:latin typeface="Arial"/>
                <a:ea typeface="Arial"/>
                <a:cs typeface="Arial"/>
                <a:sym typeface="Arial"/>
              </a:defRPr>
            </a:lvl8pPr>
            <a:lvl9pPr marL="4114800" marR="0" lvl="8" indent="-228600" algn="l" rtl="0">
              <a:spcBef>
                <a:spcPts val="180"/>
              </a:spcBef>
              <a:spcAft>
                <a:spcPts val="0"/>
              </a:spcAft>
              <a:buClr>
                <a:schemeClr val="dk1"/>
              </a:buClr>
              <a:buSzPts val="2000"/>
              <a:buFont typeface="Arial"/>
              <a:buNone/>
              <a:defRPr sz="9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6"/>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7"/>
        <p:cNvGrpSpPr/>
        <p:nvPr/>
      </p:nvGrpSpPr>
      <p:grpSpPr>
        <a:xfrm>
          <a:off x="0" y="0"/>
          <a:ext cx="0" cy="0"/>
          <a:chOff x="0" y="0"/>
          <a:chExt cx="0" cy="0"/>
        </a:xfrm>
      </p:grpSpPr>
      <p:sp>
        <p:nvSpPr>
          <p:cNvPr id="38" name="Google Shape;38;p9"/>
          <p:cNvSpPr txBox="1">
            <a:spLocks noGrp="1"/>
          </p:cNvSpPr>
          <p:nvPr>
            <p:ph type="title"/>
          </p:nvPr>
        </p:nvSpPr>
        <p:spPr>
          <a:xfrm>
            <a:off x="457200" y="274638"/>
            <a:ext cx="8229600" cy="1143000"/>
          </a:xfrm>
          <a:prstGeom prst="rect">
            <a:avLst/>
          </a:prstGeom>
          <a:noFill/>
          <a:ln>
            <a:noFill/>
          </a:ln>
        </p:spPr>
        <p:txBody>
          <a:bodyPr spcFirstLastPara="1" wrap="square" lIns="91425" tIns="91425" rIns="91425" bIns="91425" anchor="t" anchorCtr="0">
            <a:noAutofit/>
          </a:bodyPr>
          <a:lstStyle>
            <a:lvl1pPr marL="0" marR="0" lvl="0"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1pPr>
            <a:lvl2pPr marL="0" marR="0" lvl="1"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2pPr>
            <a:lvl3pPr marL="0" marR="0" lvl="2"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3pPr>
            <a:lvl4pPr marL="0" marR="0" lvl="3"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4pPr>
            <a:lvl5pPr marL="0" marR="0" lvl="4"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5pPr>
            <a:lvl6pPr marL="457200" marR="0" lvl="5"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6pPr>
            <a:lvl7pPr marL="914400" marR="0" lvl="6"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7pPr>
            <a:lvl8pPr marL="1371600" marR="0" lvl="7"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8pPr>
            <a:lvl9pPr marL="1828800" marR="0" lvl="8"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9pPr>
          </a:lstStyle>
          <a:p>
            <a:endParaRPr/>
          </a:p>
        </p:txBody>
      </p:sp>
      <p:sp>
        <p:nvSpPr>
          <p:cNvPr id="39" name="Google Shape;39;p9"/>
          <p:cNvSpPr txBox="1">
            <a:spLocks noGrp="1"/>
          </p:cNvSpPr>
          <p:nvPr>
            <p:ph type="body" idx="1"/>
          </p:nvPr>
        </p:nvSpPr>
        <p:spPr>
          <a:xfrm>
            <a:off x="457200" y="1535113"/>
            <a:ext cx="4040188" cy="639762"/>
          </a:xfrm>
          <a:prstGeom prst="rect">
            <a:avLst/>
          </a:prstGeom>
          <a:noFill/>
          <a:ln>
            <a:noFill/>
          </a:ln>
        </p:spPr>
        <p:txBody>
          <a:bodyPr spcFirstLastPara="1" wrap="square" lIns="91425" tIns="91425" rIns="91425" bIns="91425" anchor="b" anchorCtr="0">
            <a:noAutofit/>
          </a:bodyPr>
          <a:lstStyle>
            <a:lvl1pPr marL="457200" marR="0" lvl="0" indent="-228600" algn="l" rtl="0">
              <a:spcBef>
                <a:spcPts val="480"/>
              </a:spcBef>
              <a:spcAft>
                <a:spcPts val="0"/>
              </a:spcAft>
              <a:buClr>
                <a:schemeClr val="dk1"/>
              </a:buClr>
              <a:buSzPts val="3200"/>
              <a:buFont typeface="Arial"/>
              <a:buNone/>
              <a:defRPr sz="2400" b="1">
                <a:solidFill>
                  <a:schemeClr val="dk1"/>
                </a:solidFill>
                <a:latin typeface="Arial"/>
                <a:ea typeface="Arial"/>
                <a:cs typeface="Arial"/>
                <a:sym typeface="Arial"/>
              </a:defRPr>
            </a:lvl1pPr>
            <a:lvl2pPr marL="914400" marR="0" lvl="1" indent="-228600" algn="l" rtl="0">
              <a:spcBef>
                <a:spcPts val="400"/>
              </a:spcBef>
              <a:spcAft>
                <a:spcPts val="0"/>
              </a:spcAft>
              <a:buClr>
                <a:schemeClr val="dk1"/>
              </a:buClr>
              <a:buSzPts val="2800"/>
              <a:buFont typeface="Arial"/>
              <a:buNone/>
              <a:defRPr sz="2000" b="1" i="0" u="none" strike="noStrike" cap="none">
                <a:solidFill>
                  <a:schemeClr val="dk1"/>
                </a:solidFill>
                <a:latin typeface="Arial"/>
                <a:ea typeface="Arial"/>
                <a:cs typeface="Arial"/>
                <a:sym typeface="Arial"/>
              </a:defRPr>
            </a:lvl2pPr>
            <a:lvl3pPr marL="1371600" marR="0" lvl="2" indent="-228600" algn="l" rtl="0">
              <a:spcBef>
                <a:spcPts val="360"/>
              </a:spcBef>
              <a:spcAft>
                <a:spcPts val="0"/>
              </a:spcAft>
              <a:buClr>
                <a:schemeClr val="dk1"/>
              </a:buClr>
              <a:buSzPts val="2400"/>
              <a:buFont typeface="Arial"/>
              <a:buNone/>
              <a:defRPr sz="1800" b="1" i="0" u="none" strike="noStrike" cap="none">
                <a:solidFill>
                  <a:schemeClr val="dk1"/>
                </a:solidFill>
                <a:latin typeface="Arial"/>
                <a:ea typeface="Arial"/>
                <a:cs typeface="Arial"/>
                <a:sym typeface="Arial"/>
              </a:defRPr>
            </a:lvl3pPr>
            <a:lvl4pPr marL="1828800" marR="0" lvl="3"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4pPr>
            <a:lvl5pPr marL="2286000" marR="0" lvl="4"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5pPr>
            <a:lvl6pPr marL="2743200" marR="0" lvl="5"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6pPr>
            <a:lvl7pPr marL="3200400" marR="0" lvl="6"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7pPr>
            <a:lvl8pPr marL="3657600" marR="0" lvl="7"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8pPr>
            <a:lvl9pPr marL="4114800" marR="0" lvl="8"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9pPr>
          </a:lstStyle>
          <a:p>
            <a:endParaRPr/>
          </a:p>
        </p:txBody>
      </p:sp>
      <p:sp>
        <p:nvSpPr>
          <p:cNvPr id="40" name="Google Shape;40;p9"/>
          <p:cNvSpPr txBox="1">
            <a:spLocks noGrp="1"/>
          </p:cNvSpPr>
          <p:nvPr>
            <p:ph type="body" idx="2"/>
          </p:nvPr>
        </p:nvSpPr>
        <p:spPr>
          <a:xfrm>
            <a:off x="457200" y="2174875"/>
            <a:ext cx="4040188" cy="3951288"/>
          </a:xfrm>
          <a:prstGeom prst="rect">
            <a:avLst/>
          </a:prstGeom>
          <a:noFill/>
          <a:ln>
            <a:noFill/>
          </a:ln>
        </p:spPr>
        <p:txBody>
          <a:bodyPr spcFirstLastPara="1" wrap="square" lIns="91425" tIns="91425" rIns="91425" bIns="91425" anchor="t" anchorCtr="0">
            <a:noAutofit/>
          </a:bodyPr>
          <a:lstStyle>
            <a:lvl1pPr marL="457200" marR="0" lvl="0" indent="-381000" algn="l" rtl="0">
              <a:spcBef>
                <a:spcPts val="480"/>
              </a:spcBef>
              <a:spcAft>
                <a:spcPts val="0"/>
              </a:spcAft>
              <a:buClr>
                <a:schemeClr val="dk1"/>
              </a:buClr>
              <a:buSzPts val="2400"/>
              <a:buFont typeface="Arial"/>
              <a:buChar char="•"/>
              <a:defRPr sz="2400">
                <a:solidFill>
                  <a:schemeClr val="dk1"/>
                </a:solidFill>
                <a:latin typeface="Arial"/>
                <a:ea typeface="Arial"/>
                <a:cs typeface="Arial"/>
                <a:sym typeface="Arial"/>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rtl="0">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rtl="0">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rtl="0">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rtl="0">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41" name="Google Shape;41;p9"/>
          <p:cNvSpPr txBox="1">
            <a:spLocks noGrp="1"/>
          </p:cNvSpPr>
          <p:nvPr>
            <p:ph type="body" idx="3"/>
          </p:nvPr>
        </p:nvSpPr>
        <p:spPr>
          <a:xfrm>
            <a:off x="4645025" y="1535113"/>
            <a:ext cx="4041775" cy="639762"/>
          </a:xfrm>
          <a:prstGeom prst="rect">
            <a:avLst/>
          </a:prstGeom>
          <a:noFill/>
          <a:ln>
            <a:noFill/>
          </a:ln>
        </p:spPr>
        <p:txBody>
          <a:bodyPr spcFirstLastPara="1" wrap="square" lIns="91425" tIns="91425" rIns="91425" bIns="91425" anchor="b" anchorCtr="0">
            <a:noAutofit/>
          </a:bodyPr>
          <a:lstStyle>
            <a:lvl1pPr marL="457200" marR="0" lvl="0" indent="-228600" algn="l" rtl="0">
              <a:spcBef>
                <a:spcPts val="480"/>
              </a:spcBef>
              <a:spcAft>
                <a:spcPts val="0"/>
              </a:spcAft>
              <a:buClr>
                <a:schemeClr val="dk1"/>
              </a:buClr>
              <a:buSzPts val="3200"/>
              <a:buFont typeface="Arial"/>
              <a:buNone/>
              <a:defRPr sz="2400" b="1">
                <a:solidFill>
                  <a:schemeClr val="dk1"/>
                </a:solidFill>
                <a:latin typeface="Arial"/>
                <a:ea typeface="Arial"/>
                <a:cs typeface="Arial"/>
                <a:sym typeface="Arial"/>
              </a:defRPr>
            </a:lvl1pPr>
            <a:lvl2pPr marL="914400" marR="0" lvl="1" indent="-228600" algn="l" rtl="0">
              <a:spcBef>
                <a:spcPts val="400"/>
              </a:spcBef>
              <a:spcAft>
                <a:spcPts val="0"/>
              </a:spcAft>
              <a:buClr>
                <a:schemeClr val="dk1"/>
              </a:buClr>
              <a:buSzPts val="2800"/>
              <a:buFont typeface="Arial"/>
              <a:buNone/>
              <a:defRPr sz="2000" b="1" i="0" u="none" strike="noStrike" cap="none">
                <a:solidFill>
                  <a:schemeClr val="dk1"/>
                </a:solidFill>
                <a:latin typeface="Arial"/>
                <a:ea typeface="Arial"/>
                <a:cs typeface="Arial"/>
                <a:sym typeface="Arial"/>
              </a:defRPr>
            </a:lvl2pPr>
            <a:lvl3pPr marL="1371600" marR="0" lvl="2" indent="-228600" algn="l" rtl="0">
              <a:spcBef>
                <a:spcPts val="360"/>
              </a:spcBef>
              <a:spcAft>
                <a:spcPts val="0"/>
              </a:spcAft>
              <a:buClr>
                <a:schemeClr val="dk1"/>
              </a:buClr>
              <a:buSzPts val="2400"/>
              <a:buFont typeface="Arial"/>
              <a:buNone/>
              <a:defRPr sz="1800" b="1" i="0" u="none" strike="noStrike" cap="none">
                <a:solidFill>
                  <a:schemeClr val="dk1"/>
                </a:solidFill>
                <a:latin typeface="Arial"/>
                <a:ea typeface="Arial"/>
                <a:cs typeface="Arial"/>
                <a:sym typeface="Arial"/>
              </a:defRPr>
            </a:lvl3pPr>
            <a:lvl4pPr marL="1828800" marR="0" lvl="3"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4pPr>
            <a:lvl5pPr marL="2286000" marR="0" lvl="4"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5pPr>
            <a:lvl6pPr marL="2743200" marR="0" lvl="5"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6pPr>
            <a:lvl7pPr marL="3200400" marR="0" lvl="6"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7pPr>
            <a:lvl8pPr marL="3657600" marR="0" lvl="7"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8pPr>
            <a:lvl9pPr marL="4114800" marR="0" lvl="8"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9pPr>
          </a:lstStyle>
          <a:p>
            <a:endParaRPr/>
          </a:p>
        </p:txBody>
      </p:sp>
      <p:sp>
        <p:nvSpPr>
          <p:cNvPr id="42" name="Google Shape;42;p9"/>
          <p:cNvSpPr txBox="1">
            <a:spLocks noGrp="1"/>
          </p:cNvSpPr>
          <p:nvPr>
            <p:ph type="body" idx="4"/>
          </p:nvPr>
        </p:nvSpPr>
        <p:spPr>
          <a:xfrm>
            <a:off x="4645025" y="2174875"/>
            <a:ext cx="4041775" cy="3951288"/>
          </a:xfrm>
          <a:prstGeom prst="rect">
            <a:avLst/>
          </a:prstGeom>
          <a:noFill/>
          <a:ln>
            <a:noFill/>
          </a:ln>
        </p:spPr>
        <p:txBody>
          <a:bodyPr spcFirstLastPara="1" wrap="square" lIns="91425" tIns="91425" rIns="91425" bIns="91425" anchor="t" anchorCtr="0">
            <a:noAutofit/>
          </a:bodyPr>
          <a:lstStyle>
            <a:lvl1pPr marL="457200" marR="0" lvl="0" indent="-381000" algn="l" rtl="0">
              <a:spcBef>
                <a:spcPts val="480"/>
              </a:spcBef>
              <a:spcAft>
                <a:spcPts val="0"/>
              </a:spcAft>
              <a:buClr>
                <a:schemeClr val="dk1"/>
              </a:buClr>
              <a:buSzPts val="2400"/>
              <a:buFont typeface="Arial"/>
              <a:buChar char="•"/>
              <a:defRPr sz="2400">
                <a:solidFill>
                  <a:schemeClr val="dk1"/>
                </a:solidFill>
                <a:latin typeface="Arial"/>
                <a:ea typeface="Arial"/>
                <a:cs typeface="Arial"/>
                <a:sym typeface="Arial"/>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rtl="0">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rtl="0">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rtl="0">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rtl="0">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3"/>
        <p:cNvGrpSpPr/>
        <p:nvPr/>
      </p:nvGrpSpPr>
      <p:grpSpPr>
        <a:xfrm>
          <a:off x="0" y="0"/>
          <a:ext cx="0" cy="0"/>
          <a:chOff x="0" y="0"/>
          <a:chExt cx="0" cy="0"/>
        </a:xfrm>
      </p:grpSpPr>
      <p:sp>
        <p:nvSpPr>
          <p:cNvPr id="44" name="Google Shape;44;p10"/>
          <p:cNvSpPr txBox="1">
            <a:spLocks noGrp="1"/>
          </p:cNvSpPr>
          <p:nvPr>
            <p:ph type="title"/>
          </p:nvPr>
        </p:nvSpPr>
        <p:spPr>
          <a:xfrm>
            <a:off x="457200" y="274638"/>
            <a:ext cx="8229600" cy="1143000"/>
          </a:xfrm>
          <a:prstGeom prst="rect">
            <a:avLst/>
          </a:prstGeom>
          <a:noFill/>
          <a:ln>
            <a:noFill/>
          </a:ln>
        </p:spPr>
        <p:txBody>
          <a:bodyPr spcFirstLastPara="1" wrap="square" lIns="91425" tIns="91425" rIns="91425" bIns="91425" anchor="t" anchorCtr="0">
            <a:noAutofit/>
          </a:bodyPr>
          <a:lstStyle>
            <a:lvl1pPr marL="0" marR="0" lvl="0"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1pPr>
            <a:lvl2pPr marL="0" marR="0" lvl="1"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2pPr>
            <a:lvl3pPr marL="0" marR="0" lvl="2"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3pPr>
            <a:lvl4pPr marL="0" marR="0" lvl="3"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4pPr>
            <a:lvl5pPr marL="0" marR="0" lvl="4"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5pPr>
            <a:lvl6pPr marL="457200" marR="0" lvl="5"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6pPr>
            <a:lvl7pPr marL="914400" marR="0" lvl="6"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7pPr>
            <a:lvl8pPr marL="1371600" marR="0" lvl="7"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8pPr>
            <a:lvl9pPr marL="1828800" marR="0" lvl="8"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9pPr>
          </a:lstStyle>
          <a:p>
            <a:endParaRPr/>
          </a:p>
        </p:txBody>
      </p:sp>
      <p:sp>
        <p:nvSpPr>
          <p:cNvPr id="45" name="Google Shape;45;p10"/>
          <p:cNvSpPr txBox="1">
            <a:spLocks noGrp="1"/>
          </p:cNvSpPr>
          <p:nvPr>
            <p:ph type="body" idx="1"/>
          </p:nvPr>
        </p:nvSpPr>
        <p:spPr>
          <a:xfrm>
            <a:off x="457200" y="1600200"/>
            <a:ext cx="4038600" cy="4525963"/>
          </a:xfrm>
          <a:prstGeom prst="rect">
            <a:avLst/>
          </a:prstGeom>
          <a:noFill/>
          <a:ln>
            <a:noFill/>
          </a:ln>
        </p:spPr>
        <p:txBody>
          <a:bodyPr spcFirstLastPara="1" wrap="square" lIns="91425" tIns="91425" rIns="91425" bIns="91425" anchor="t" anchorCtr="0">
            <a:noAutofit/>
          </a:bodyPr>
          <a:lstStyle>
            <a:lvl1pPr marL="457200" marR="0" lvl="0" indent="-406400" algn="l" rtl="0">
              <a:spcBef>
                <a:spcPts val="560"/>
              </a:spcBef>
              <a:spcAft>
                <a:spcPts val="0"/>
              </a:spcAft>
              <a:buClr>
                <a:schemeClr val="dk1"/>
              </a:buClr>
              <a:buSzPts val="2800"/>
              <a:buFont typeface="Arial"/>
              <a:buChar char="•"/>
              <a:defRPr sz="2800">
                <a:solidFill>
                  <a:schemeClr val="dk1"/>
                </a:solidFill>
                <a:latin typeface="Arial"/>
                <a:ea typeface="Arial"/>
                <a:cs typeface="Arial"/>
                <a:sym typeface="Arial"/>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6" name="Google Shape;46;p10"/>
          <p:cNvSpPr txBox="1">
            <a:spLocks noGrp="1"/>
          </p:cNvSpPr>
          <p:nvPr>
            <p:ph type="body" idx="2"/>
          </p:nvPr>
        </p:nvSpPr>
        <p:spPr>
          <a:xfrm>
            <a:off x="4648200" y="1600200"/>
            <a:ext cx="4038600" cy="4525963"/>
          </a:xfrm>
          <a:prstGeom prst="rect">
            <a:avLst/>
          </a:prstGeom>
          <a:noFill/>
          <a:ln>
            <a:noFill/>
          </a:ln>
        </p:spPr>
        <p:txBody>
          <a:bodyPr spcFirstLastPara="1" wrap="square" lIns="91425" tIns="91425" rIns="91425" bIns="91425" anchor="t" anchorCtr="0">
            <a:noAutofit/>
          </a:bodyPr>
          <a:lstStyle>
            <a:lvl1pPr marL="457200" marR="0" lvl="0" indent="-406400" algn="l" rtl="0">
              <a:spcBef>
                <a:spcPts val="560"/>
              </a:spcBef>
              <a:spcAft>
                <a:spcPts val="0"/>
              </a:spcAft>
              <a:buClr>
                <a:schemeClr val="dk1"/>
              </a:buClr>
              <a:buSzPts val="2800"/>
              <a:buFont typeface="Arial"/>
              <a:buChar char="•"/>
              <a:defRPr sz="2800">
                <a:solidFill>
                  <a:schemeClr val="dk1"/>
                </a:solidFill>
                <a:latin typeface="Arial"/>
                <a:ea typeface="Arial"/>
                <a:cs typeface="Arial"/>
                <a:sym typeface="Arial"/>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7"/>
        <p:cNvGrpSpPr/>
        <p:nvPr/>
      </p:nvGrpSpPr>
      <p:grpSpPr>
        <a:xfrm>
          <a:off x="0" y="0"/>
          <a:ext cx="0" cy="0"/>
          <a:chOff x="0" y="0"/>
          <a:chExt cx="0" cy="0"/>
        </a:xfrm>
      </p:grpSpPr>
      <p:sp>
        <p:nvSpPr>
          <p:cNvPr id="48" name="Google Shape;48;p11"/>
          <p:cNvSpPr txBox="1">
            <a:spLocks noGrp="1"/>
          </p:cNvSpPr>
          <p:nvPr>
            <p:ph type="title"/>
          </p:nvPr>
        </p:nvSpPr>
        <p:spPr>
          <a:xfrm>
            <a:off x="722313" y="4406900"/>
            <a:ext cx="7772400" cy="1362075"/>
          </a:xfrm>
          <a:prstGeom prst="rect">
            <a:avLst/>
          </a:prstGeom>
          <a:noFill/>
          <a:ln>
            <a:noFill/>
          </a:ln>
        </p:spPr>
        <p:txBody>
          <a:bodyPr spcFirstLastPara="1" wrap="square" lIns="91425" tIns="91425" rIns="91425" bIns="91425" anchor="t" anchorCtr="0">
            <a:noAutofit/>
          </a:bodyPr>
          <a:lstStyle>
            <a:lvl1pPr marL="0" marR="0" lvl="0" indent="0" algn="l" rtl="0">
              <a:spcBef>
                <a:spcPts val="0"/>
              </a:spcBef>
              <a:spcAft>
                <a:spcPts val="0"/>
              </a:spcAft>
              <a:buSzPts val="1400"/>
              <a:buNone/>
              <a:defRPr sz="4000" b="1" i="0" u="none" strike="noStrike" cap="none">
                <a:solidFill>
                  <a:schemeClr val="dk2"/>
                </a:solidFill>
                <a:latin typeface="Arial"/>
                <a:ea typeface="Arial"/>
                <a:cs typeface="Arial"/>
                <a:sym typeface="Arial"/>
              </a:defRPr>
            </a:lvl1pPr>
            <a:lvl2pPr marL="0" marR="0" lvl="1"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2pPr>
            <a:lvl3pPr marL="0" marR="0" lvl="2"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3pPr>
            <a:lvl4pPr marL="0" marR="0" lvl="3"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4pPr>
            <a:lvl5pPr marL="0" marR="0" lvl="4"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5pPr>
            <a:lvl6pPr marL="457200" marR="0" lvl="5"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6pPr>
            <a:lvl7pPr marL="914400" marR="0" lvl="6"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7pPr>
            <a:lvl8pPr marL="1371600" marR="0" lvl="7"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8pPr>
            <a:lvl9pPr marL="1828800" marR="0" lvl="8"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9pPr>
          </a:lstStyle>
          <a:p>
            <a:endParaRPr/>
          </a:p>
        </p:txBody>
      </p:sp>
      <p:sp>
        <p:nvSpPr>
          <p:cNvPr id="49" name="Google Shape;49;p11"/>
          <p:cNvSpPr txBox="1">
            <a:spLocks noGrp="1"/>
          </p:cNvSpPr>
          <p:nvPr>
            <p:ph type="body" idx="1"/>
          </p:nvPr>
        </p:nvSpPr>
        <p:spPr>
          <a:xfrm>
            <a:off x="722313" y="2906713"/>
            <a:ext cx="7772400" cy="1500187"/>
          </a:xfrm>
          <a:prstGeom prst="rect">
            <a:avLst/>
          </a:prstGeom>
          <a:noFill/>
          <a:ln>
            <a:noFill/>
          </a:ln>
        </p:spPr>
        <p:txBody>
          <a:bodyPr spcFirstLastPara="1" wrap="square" lIns="91425" tIns="91425" rIns="91425" bIns="91425" anchor="b" anchorCtr="0">
            <a:noAutofit/>
          </a:bodyPr>
          <a:lstStyle>
            <a:lvl1pPr marL="457200" marR="0" lvl="0" indent="-228600" algn="l" rtl="0">
              <a:spcBef>
                <a:spcPts val="400"/>
              </a:spcBef>
              <a:spcAft>
                <a:spcPts val="0"/>
              </a:spcAft>
              <a:buClr>
                <a:schemeClr val="dk1"/>
              </a:buClr>
              <a:buSzPts val="3200"/>
              <a:buFont typeface="Arial"/>
              <a:buNone/>
              <a:defRPr sz="2000">
                <a:solidFill>
                  <a:schemeClr val="dk1"/>
                </a:solidFill>
                <a:latin typeface="Arial"/>
                <a:ea typeface="Arial"/>
                <a:cs typeface="Arial"/>
                <a:sym typeface="Arial"/>
              </a:defRPr>
            </a:lvl1pPr>
            <a:lvl2pPr marL="914400" marR="0" lvl="1" indent="-228600" algn="l" rtl="0">
              <a:spcBef>
                <a:spcPts val="360"/>
              </a:spcBef>
              <a:spcAft>
                <a:spcPts val="0"/>
              </a:spcAft>
              <a:buClr>
                <a:schemeClr val="dk1"/>
              </a:buClr>
              <a:buSzPts val="2800"/>
              <a:buFont typeface="Arial"/>
              <a:buNone/>
              <a:defRPr sz="1800" b="0" i="0" u="none" strike="noStrike" cap="none">
                <a:solidFill>
                  <a:schemeClr val="dk1"/>
                </a:solidFill>
                <a:latin typeface="Arial"/>
                <a:ea typeface="Arial"/>
                <a:cs typeface="Arial"/>
                <a:sym typeface="Arial"/>
              </a:defRPr>
            </a:lvl2pPr>
            <a:lvl3pPr marL="1371600" marR="0" lvl="2" indent="-228600" algn="l" rtl="0">
              <a:spcBef>
                <a:spcPts val="320"/>
              </a:spcBef>
              <a:spcAft>
                <a:spcPts val="0"/>
              </a:spcAft>
              <a:buClr>
                <a:schemeClr val="dk1"/>
              </a:buClr>
              <a:buSzPts val="2400"/>
              <a:buFont typeface="Arial"/>
              <a:buNone/>
              <a:defRPr sz="1600" b="0" i="0" u="none" strike="noStrike" cap="none">
                <a:solidFill>
                  <a:schemeClr val="dk1"/>
                </a:solidFill>
                <a:latin typeface="Arial"/>
                <a:ea typeface="Arial"/>
                <a:cs typeface="Arial"/>
                <a:sym typeface="Arial"/>
              </a:defRPr>
            </a:lvl3pPr>
            <a:lvl4pPr marL="1828800" marR="0" lvl="3" indent="-228600" algn="l" rtl="0">
              <a:spcBef>
                <a:spcPts val="280"/>
              </a:spcBef>
              <a:spcAft>
                <a:spcPts val="0"/>
              </a:spcAft>
              <a:buClr>
                <a:schemeClr val="dk1"/>
              </a:buClr>
              <a:buSzPts val="2000"/>
              <a:buFont typeface="Arial"/>
              <a:buNone/>
              <a:defRPr sz="1400" b="0" i="0" u="none" strike="noStrike" cap="none">
                <a:solidFill>
                  <a:schemeClr val="dk1"/>
                </a:solidFill>
                <a:latin typeface="Arial"/>
                <a:ea typeface="Arial"/>
                <a:cs typeface="Arial"/>
                <a:sym typeface="Arial"/>
              </a:defRPr>
            </a:lvl4pPr>
            <a:lvl5pPr marL="2286000" marR="0" lvl="4" indent="-228600" algn="l" rtl="0">
              <a:spcBef>
                <a:spcPts val="280"/>
              </a:spcBef>
              <a:spcAft>
                <a:spcPts val="0"/>
              </a:spcAft>
              <a:buClr>
                <a:schemeClr val="dk1"/>
              </a:buClr>
              <a:buSzPts val="2000"/>
              <a:buFont typeface="Arial"/>
              <a:buNone/>
              <a:defRPr sz="1400" b="0" i="0" u="none" strike="noStrike" cap="none">
                <a:solidFill>
                  <a:schemeClr val="dk1"/>
                </a:solidFill>
                <a:latin typeface="Arial"/>
                <a:ea typeface="Arial"/>
                <a:cs typeface="Arial"/>
                <a:sym typeface="Arial"/>
              </a:defRPr>
            </a:lvl5pPr>
            <a:lvl6pPr marL="2743200" marR="0" lvl="5" indent="-228600" algn="l" rtl="0">
              <a:spcBef>
                <a:spcPts val="280"/>
              </a:spcBef>
              <a:spcAft>
                <a:spcPts val="0"/>
              </a:spcAft>
              <a:buClr>
                <a:schemeClr val="dk1"/>
              </a:buClr>
              <a:buSzPts val="2000"/>
              <a:buFont typeface="Arial"/>
              <a:buNone/>
              <a:defRPr sz="1400" b="0" i="0" u="none" strike="noStrike" cap="none">
                <a:solidFill>
                  <a:schemeClr val="dk1"/>
                </a:solidFill>
                <a:latin typeface="Arial"/>
                <a:ea typeface="Arial"/>
                <a:cs typeface="Arial"/>
                <a:sym typeface="Arial"/>
              </a:defRPr>
            </a:lvl6pPr>
            <a:lvl7pPr marL="3200400" marR="0" lvl="6" indent="-228600" algn="l" rtl="0">
              <a:spcBef>
                <a:spcPts val="280"/>
              </a:spcBef>
              <a:spcAft>
                <a:spcPts val="0"/>
              </a:spcAft>
              <a:buClr>
                <a:schemeClr val="dk1"/>
              </a:buClr>
              <a:buSzPts val="2000"/>
              <a:buFont typeface="Arial"/>
              <a:buNone/>
              <a:defRPr sz="1400" b="0" i="0" u="none" strike="noStrike" cap="none">
                <a:solidFill>
                  <a:schemeClr val="dk1"/>
                </a:solidFill>
                <a:latin typeface="Arial"/>
                <a:ea typeface="Arial"/>
                <a:cs typeface="Arial"/>
                <a:sym typeface="Arial"/>
              </a:defRPr>
            </a:lvl7pPr>
            <a:lvl8pPr marL="3657600" marR="0" lvl="7" indent="-228600" algn="l" rtl="0">
              <a:spcBef>
                <a:spcPts val="280"/>
              </a:spcBef>
              <a:spcAft>
                <a:spcPts val="0"/>
              </a:spcAft>
              <a:buClr>
                <a:schemeClr val="dk1"/>
              </a:buClr>
              <a:buSzPts val="2000"/>
              <a:buFont typeface="Arial"/>
              <a:buNone/>
              <a:defRPr sz="1400" b="0" i="0" u="none" strike="noStrike" cap="none">
                <a:solidFill>
                  <a:schemeClr val="dk1"/>
                </a:solidFill>
                <a:latin typeface="Arial"/>
                <a:ea typeface="Arial"/>
                <a:cs typeface="Arial"/>
                <a:sym typeface="Arial"/>
              </a:defRPr>
            </a:lvl8pPr>
            <a:lvl9pPr marL="4114800" marR="0" lvl="8" indent="-228600" algn="l" rtl="0">
              <a:spcBef>
                <a:spcPts val="280"/>
              </a:spcBef>
              <a:spcAft>
                <a:spcPts val="0"/>
              </a:spcAft>
              <a:buClr>
                <a:schemeClr val="dk1"/>
              </a:buClr>
              <a:buSzPts val="2000"/>
              <a:buFont typeface="Arial"/>
              <a:buNone/>
              <a:defRPr sz="14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0"/>
        <p:cNvGrpSpPr/>
        <p:nvPr/>
      </p:nvGrpSpPr>
      <p:grpSpPr>
        <a:xfrm>
          <a:off x="0" y="0"/>
          <a:ext cx="0" cy="0"/>
          <a:chOff x="0" y="0"/>
          <a:chExt cx="0" cy="0"/>
        </a:xfrm>
      </p:grpSpPr>
      <p:sp>
        <p:nvSpPr>
          <p:cNvPr id="51" name="Google Shape;51;p12"/>
          <p:cNvSpPr txBox="1">
            <a:spLocks noGrp="1"/>
          </p:cNvSpPr>
          <p:nvPr>
            <p:ph type="ctrTitle"/>
          </p:nvPr>
        </p:nvSpPr>
        <p:spPr>
          <a:xfrm>
            <a:off x="685800" y="2130425"/>
            <a:ext cx="7772400" cy="1470025"/>
          </a:xfrm>
          <a:prstGeom prst="rect">
            <a:avLst/>
          </a:prstGeom>
          <a:noFill/>
          <a:ln>
            <a:noFill/>
          </a:ln>
        </p:spPr>
        <p:txBody>
          <a:bodyPr spcFirstLastPara="1" wrap="square" lIns="91425" tIns="91425" rIns="91425" bIns="91425" anchor="t" anchorCtr="0">
            <a:noAutofit/>
          </a:bodyPr>
          <a:lstStyle>
            <a:lvl1pPr marL="0" marR="0" lvl="0"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1pPr>
            <a:lvl2pPr marL="0" marR="0" lvl="1"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2pPr>
            <a:lvl3pPr marL="0" marR="0" lvl="2"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3pPr>
            <a:lvl4pPr marL="0" marR="0" lvl="3"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4pPr>
            <a:lvl5pPr marL="0" marR="0" lvl="4"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5pPr>
            <a:lvl6pPr marL="457200" marR="0" lvl="5"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6pPr>
            <a:lvl7pPr marL="914400" marR="0" lvl="6"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7pPr>
            <a:lvl8pPr marL="1371600" marR="0" lvl="7"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8pPr>
            <a:lvl9pPr marL="1828800" marR="0" lvl="8"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9pPr>
          </a:lstStyle>
          <a:p>
            <a:endParaRPr/>
          </a:p>
        </p:txBody>
      </p:sp>
      <p:sp>
        <p:nvSpPr>
          <p:cNvPr id="52" name="Google Shape;52;p12"/>
          <p:cNvSpPr txBox="1">
            <a:spLocks noGrp="1"/>
          </p:cNvSpPr>
          <p:nvPr>
            <p:ph type="subTitle" idx="1"/>
          </p:nvPr>
        </p:nvSpPr>
        <p:spPr>
          <a:xfrm>
            <a:off x="1371600" y="3886200"/>
            <a:ext cx="6400800" cy="1752600"/>
          </a:xfrm>
          <a:prstGeom prst="rect">
            <a:avLst/>
          </a:prstGeom>
          <a:noFill/>
          <a:ln>
            <a:noFill/>
          </a:ln>
        </p:spPr>
        <p:txBody>
          <a:bodyPr spcFirstLastPara="1" wrap="square" lIns="91425" tIns="91425" rIns="91425" bIns="91425" anchor="t" anchorCtr="0">
            <a:noAutofit/>
          </a:bodyPr>
          <a:lstStyle>
            <a:lvl1pPr marL="0" marR="0" lvl="0" indent="0" algn="ctr" rtl="0">
              <a:spcBef>
                <a:spcPts val="640"/>
              </a:spcBef>
              <a:spcAft>
                <a:spcPts val="0"/>
              </a:spcAft>
              <a:buClr>
                <a:schemeClr val="dk1"/>
              </a:buClr>
              <a:buSzPts val="3200"/>
              <a:buFont typeface="Arial"/>
              <a:buNone/>
              <a:defRPr sz="3200">
                <a:solidFill>
                  <a:schemeClr val="dk1"/>
                </a:solidFill>
                <a:latin typeface="Arial"/>
                <a:ea typeface="Arial"/>
                <a:cs typeface="Arial"/>
                <a:sym typeface="Arial"/>
              </a:defRPr>
            </a:lvl1pPr>
            <a:lvl2pPr marL="457200" marR="0" lvl="1" indent="0" algn="ctr" rtl="0">
              <a:spcBef>
                <a:spcPts val="56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L="914400" marR="0" lvl="2" indent="0" algn="ctr" rtl="0">
              <a:spcBef>
                <a:spcPts val="48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L="1371600" marR="0" lvl="3" indent="0" algn="ctr"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1828800" marR="0" lvl="4" indent="0" algn="ctr"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L="2286000" marR="0" lvl="5" indent="0" algn="ctr"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6pPr>
            <a:lvl7pPr marL="2743200" marR="0" lvl="6" indent="0" algn="ctr"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7pPr>
            <a:lvl8pPr marL="3200400" marR="0" lvl="7" indent="0" algn="ctr"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8pPr>
            <a:lvl9pPr marL="3657600" marR="0" lvl="8" indent="0" algn="ctr"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7"/>
        <p:cNvGrpSpPr/>
        <p:nvPr/>
      </p:nvGrpSpPr>
      <p:grpSpPr>
        <a:xfrm>
          <a:off x="0" y="0"/>
          <a:ext cx="0" cy="0"/>
          <a:chOff x="0" y="0"/>
          <a:chExt cx="0" cy="0"/>
        </a:xfrm>
      </p:grpSpPr>
      <p:sp>
        <p:nvSpPr>
          <p:cNvPr id="18" name="Google Shape;18;p2"/>
          <p:cNvSpPr txBox="1">
            <a:spLocks noGrp="1"/>
          </p:cNvSpPr>
          <p:nvPr>
            <p:ph type="title"/>
          </p:nvPr>
        </p:nvSpPr>
        <p:spPr>
          <a:xfrm>
            <a:off x="457200" y="274638"/>
            <a:ext cx="8229600" cy="1143000"/>
          </a:xfrm>
          <a:prstGeom prst="rect">
            <a:avLst/>
          </a:prstGeom>
          <a:noFill/>
          <a:ln>
            <a:noFill/>
          </a:ln>
        </p:spPr>
        <p:txBody>
          <a:bodyPr spcFirstLastPara="1" wrap="square" lIns="91425" tIns="91425" rIns="91425" bIns="91425" anchor="t" anchorCtr="0">
            <a:noAutofit/>
          </a:bodyPr>
          <a:lstStyle>
            <a:lvl1pPr marL="0" marR="0" lvl="0"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1pPr>
            <a:lvl2pPr marL="0" marR="0" lvl="1"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2pPr>
            <a:lvl3pPr marL="0" marR="0" lvl="2"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3pPr>
            <a:lvl4pPr marL="0" marR="0" lvl="3"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4pPr>
            <a:lvl5pPr marL="0" marR="0" lvl="4"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5pPr>
            <a:lvl6pPr marL="457200" marR="0" lvl="5"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6pPr>
            <a:lvl7pPr marL="914400" marR="0" lvl="6"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7pPr>
            <a:lvl8pPr marL="1371600" marR="0" lvl="7"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8pPr>
            <a:lvl9pPr marL="1828800" marR="0" lvl="8" indent="0" algn="ctr" rtl="0">
              <a:spcBef>
                <a:spcPts val="0"/>
              </a:spcBef>
              <a:spcAft>
                <a:spcPts val="0"/>
              </a:spcAft>
              <a:buSzPts val="1400"/>
              <a:buNone/>
              <a:defRPr sz="4400" b="0" i="0" u="none" strike="noStrike" cap="none">
                <a:solidFill>
                  <a:schemeClr val="dk2"/>
                </a:solidFill>
                <a:latin typeface="Arial"/>
                <a:ea typeface="Arial"/>
                <a:cs typeface="Arial"/>
                <a:sym typeface="Arial"/>
              </a:defRPr>
            </a:lvl9pPr>
          </a:lstStyle>
          <a:p>
            <a:endParaRPr/>
          </a:p>
        </p:txBody>
      </p:sp>
      <p:sp>
        <p:nvSpPr>
          <p:cNvPr id="19" name="Google Shape;19;p2"/>
          <p:cNvSpPr txBox="1">
            <a:spLocks noGrp="1"/>
          </p:cNvSpPr>
          <p:nvPr>
            <p:ph type="body" idx="1"/>
          </p:nvPr>
        </p:nvSpPr>
        <p:spPr>
          <a:xfrm>
            <a:off x="457200" y="1600200"/>
            <a:ext cx="8229600" cy="4525962"/>
          </a:xfrm>
          <a:prstGeom prst="rect">
            <a:avLst/>
          </a:prstGeom>
          <a:noFill/>
          <a:ln>
            <a:noFill/>
          </a:ln>
        </p:spPr>
        <p:txBody>
          <a:bodyPr spcFirstLastPara="1" wrap="square" lIns="91425" tIns="91425" rIns="91425" bIns="91425"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40082195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body" idx="1"/>
          </p:nvPr>
        </p:nvSpPr>
        <p:spPr>
          <a:xfrm>
            <a:off x="457200" y="1600200"/>
            <a:ext cx="8229600" cy="4525962"/>
          </a:xfrm>
          <a:prstGeom prst="rect">
            <a:avLst/>
          </a:prstGeom>
          <a:noFill/>
          <a:ln>
            <a:noFill/>
          </a:ln>
        </p:spPr>
        <p:txBody>
          <a:bodyPr spcFirstLastPara="1" wrap="square" lIns="91425" tIns="91425" rIns="91425" bIns="91425"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cxnSp>
        <p:nvCxnSpPr>
          <p:cNvPr id="11" name="Google Shape;11;p1"/>
          <p:cNvCxnSpPr/>
          <p:nvPr/>
        </p:nvCxnSpPr>
        <p:spPr>
          <a:xfrm>
            <a:off x="1143000" y="6515100"/>
            <a:ext cx="7620000" cy="0"/>
          </a:xfrm>
          <a:prstGeom prst="straightConnector1">
            <a:avLst/>
          </a:prstGeom>
          <a:noFill/>
          <a:ln w="25400" cap="flat" cmpd="sng">
            <a:solidFill>
              <a:srgbClr val="008000"/>
            </a:solidFill>
            <a:prstDash val="solid"/>
            <a:miter lim="8000"/>
            <a:headEnd type="none" w="sm" len="sm"/>
            <a:tailEnd type="none" w="sm" len="sm"/>
          </a:ln>
        </p:spPr>
      </p:cxnSp>
      <p:sp>
        <p:nvSpPr>
          <p:cNvPr id="12" name="Google Shape;12;p1"/>
          <p:cNvSpPr txBox="1"/>
          <p:nvPr/>
        </p:nvSpPr>
        <p:spPr>
          <a:xfrm>
            <a:off x="1219200" y="6477000"/>
            <a:ext cx="207645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Font typeface="Arial"/>
              <a:buNone/>
            </a:pPr>
            <a:r>
              <a:rPr lang="en-US" sz="1000" b="0" i="0" u="none" strike="noStrike" cap="none" dirty="0">
                <a:solidFill>
                  <a:schemeClr val="accent2"/>
                </a:solidFill>
                <a:latin typeface="Arial"/>
                <a:ea typeface="Arial"/>
                <a:cs typeface="Arial"/>
                <a:sym typeface="Arial"/>
              </a:rPr>
              <a:t>COS101 Alice2-1 Intro</a:t>
            </a:r>
            <a:endParaRPr dirty="0"/>
          </a:p>
        </p:txBody>
      </p:sp>
      <p:sp>
        <p:nvSpPr>
          <p:cNvPr id="13" name="Google Shape;13;p1"/>
          <p:cNvSpPr txBox="1"/>
          <p:nvPr/>
        </p:nvSpPr>
        <p:spPr>
          <a:xfrm>
            <a:off x="7696200" y="6477000"/>
            <a:ext cx="1143000" cy="244475"/>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accent2"/>
              </a:buClr>
              <a:buFont typeface="Arial"/>
              <a:buNone/>
            </a:pPr>
            <a:fld id="{00000000-1234-1234-1234-123412341234}" type="slidenum">
              <a:rPr lang="en-US" sz="1000" b="0" i="0" u="none" strike="noStrike" cap="none">
                <a:solidFill>
                  <a:schemeClr val="accent2"/>
                </a:solidFill>
                <a:latin typeface="Arial"/>
                <a:ea typeface="Arial"/>
                <a:cs typeface="Arial"/>
                <a:sym typeface="Arial"/>
              </a:rPr>
              <a:t>‹#›</a:t>
            </a:fld>
            <a:endParaRPr/>
          </a:p>
        </p:txBody>
      </p:sp>
      <p:cxnSp>
        <p:nvCxnSpPr>
          <p:cNvPr id="14" name="Google Shape;14;p1"/>
          <p:cNvCxnSpPr/>
          <p:nvPr/>
        </p:nvCxnSpPr>
        <p:spPr>
          <a:xfrm>
            <a:off x="228600" y="838200"/>
            <a:ext cx="8686800" cy="0"/>
          </a:xfrm>
          <a:prstGeom prst="straightConnector1">
            <a:avLst/>
          </a:prstGeom>
          <a:noFill/>
          <a:ln w="44450" cap="flat" cmpd="sng">
            <a:solidFill>
              <a:srgbClr val="008000"/>
            </a:solidFill>
            <a:prstDash val="solid"/>
            <a:miter lim="8000"/>
            <a:headEnd type="none" w="sm" len="sm"/>
            <a:tailEnd type="none" w="sm" len="sm"/>
          </a:ln>
        </p:spPr>
      </p:cxnSp>
      <p:sp>
        <p:nvSpPr>
          <p:cNvPr id="15" name="Google Shape;15;p1"/>
          <p:cNvSpPr txBox="1"/>
          <p:nvPr/>
        </p:nvSpPr>
        <p:spPr>
          <a:xfrm>
            <a:off x="990600" y="304800"/>
            <a:ext cx="7239000" cy="762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1" i="0" u="none">
              <a:solidFill>
                <a:schemeClr val="dk1"/>
              </a:solidFill>
              <a:latin typeface="Arial"/>
              <a:ea typeface="Arial"/>
              <a:cs typeface="Arial"/>
              <a:sym typeface="Arial"/>
            </a:endParaRPr>
          </a:p>
        </p:txBody>
      </p:sp>
      <p:sp>
        <p:nvSpPr>
          <p:cNvPr id="16" name="Google Shape;16;p1"/>
          <p:cNvSpPr/>
          <p:nvPr/>
        </p:nvSpPr>
        <p:spPr>
          <a:xfrm>
            <a:off x="203200" y="6324600"/>
            <a:ext cx="990600" cy="304800"/>
          </a:xfrm>
          <a:prstGeom prst="rect">
            <a:avLst/>
          </a:prstGeom>
        </p:spPr>
        <p:txBody>
          <a:bodyPr>
            <a:prstTxWarp prst="textPlain">
              <a:avLst/>
            </a:prstTxWarp>
          </a:bodyPr>
          <a:lstStyle/>
          <a:p>
            <a:pPr lvl="0" algn="l"/>
            <a:r>
              <a:rPr b="0" i="1">
                <a:ln w="38100" cap="flat" cmpd="sng">
                  <a:solidFill>
                    <a:srgbClr val="003300"/>
                  </a:solidFill>
                  <a:prstDash val="solid"/>
                  <a:miter lim="8000"/>
                  <a:headEnd type="none" w="sm" len="sm"/>
                  <a:tailEnd type="none" w="sm" len="sm"/>
                </a:ln>
                <a:solidFill>
                  <a:srgbClr val="FF6600"/>
                </a:solidFill>
                <a:latin typeface="Arial"/>
              </a:rPr>
              <a:t>MCCC </a:t>
            </a: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66"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0.xml"/><Relationship Id="rId4" Type="http://schemas.openxmlformats.org/officeDocument/2006/relationships/hyperlink" Target="https://philosiblog.com/2016/06/16/be-here-now-be-somewhere-else-later-is-that-so-complicated/"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10.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0.xml"/><Relationship Id="rId5" Type="http://schemas.openxmlformats.org/officeDocument/2006/relationships/image" Target="../media/image13.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8" Type="http://schemas.openxmlformats.org/officeDocument/2006/relationships/image" Target="../media/image17.gif"/><Relationship Id="rId3" Type="http://schemas.openxmlformats.org/officeDocument/2006/relationships/image" Target="../media/image14.png"/><Relationship Id="rId7" Type="http://schemas.openxmlformats.org/officeDocument/2006/relationships/hyperlink" Target="https://commons.wikimedia.org/wiki/File:3d_CT_scan_animation.gif" TargetMode="External"/><Relationship Id="rId2" Type="http://schemas.openxmlformats.org/officeDocument/2006/relationships/notesSlide" Target="../notesSlides/notesSlide16.xml"/><Relationship Id="rId1" Type="http://schemas.openxmlformats.org/officeDocument/2006/relationships/slideLayout" Target="../slideLayouts/slideLayout10.xml"/><Relationship Id="rId6" Type="http://schemas.openxmlformats.org/officeDocument/2006/relationships/image" Target="../media/image16.gif"/><Relationship Id="rId5" Type="http://schemas.openxmlformats.org/officeDocument/2006/relationships/hyperlink" Target="https://commons.wikimedia.org/wiki/Animated_GIF_flags#/media/File:Animated-Flag-USA.gif" TargetMode="External"/><Relationship Id="rId4" Type="http://schemas.openxmlformats.org/officeDocument/2006/relationships/image" Target="../media/image15.gif"/><Relationship Id="rId9" Type="http://schemas.openxmlformats.org/officeDocument/2006/relationships/hyperlink" Target="https://www.pinterest.com/pin/145804106670910411/"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10.xml"/><Relationship Id="rId4" Type="http://schemas.openxmlformats.org/officeDocument/2006/relationships/hyperlink" Target="https://www2.cs.duke.edu/csed/alice/aliceInSchools/workshop12/handouts/AliceGlossary.pdf" TargetMode="Externa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10.xml"/><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10.xml"/><Relationship Id="rId4" Type="http://schemas.openxmlformats.org/officeDocument/2006/relationships/hyperlink" Target="https://www2.cs.duke.edu/csed/alice/aliceInSchools/workshop12/handouts/AliceGlossary.pdf" TargetMode="Externa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10.xml"/><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10.xml"/><Relationship Id="rId5" Type="http://schemas.openxmlformats.org/officeDocument/2006/relationships/image" Target="../media/image32.png"/><Relationship Id="rId4" Type="http://schemas.openxmlformats.org/officeDocument/2006/relationships/image" Target="../media/image31.png"/></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0.xml"/><Relationship Id="rId5" Type="http://schemas.openxmlformats.org/officeDocument/2006/relationships/image" Target="../media/image39.png"/><Relationship Id="rId4" Type="http://schemas.openxmlformats.org/officeDocument/2006/relationships/image" Target="../media/image38.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5.xml"/><Relationship Id="rId1" Type="http://schemas.openxmlformats.org/officeDocument/2006/relationships/slideLayout" Target="../slideLayouts/slideLayout10.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4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image" Target="../media/image44.emf"/><Relationship Id="rId1" Type="http://schemas.openxmlformats.org/officeDocument/2006/relationships/slideLayout" Target="../slideLayouts/slideLayout10.xml"/><Relationship Id="rId4" Type="http://schemas.openxmlformats.org/officeDocument/2006/relationships/image" Target="../media/image46.emf"/></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2.xml"/><Relationship Id="rId1" Type="http://schemas.openxmlformats.org/officeDocument/2006/relationships/slideLayout" Target="../slideLayouts/slideLayout10.xml"/><Relationship Id="rId4" Type="http://schemas.openxmlformats.org/officeDocument/2006/relationships/image" Target="../media/image49.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0.xml"/><Relationship Id="rId4" Type="http://schemas.openxmlformats.org/officeDocument/2006/relationships/image" Target="../media/image52.png"/></Relationships>
</file>

<file path=ppt/slides/_rels/slide6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5.xml"/><Relationship Id="rId1" Type="http://schemas.openxmlformats.org/officeDocument/2006/relationships/slideLayout" Target="../slideLayouts/slideLayout10.xml"/></Relationships>
</file>

<file path=ppt/slides/_rels/slide6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6.xml"/><Relationship Id="rId1" Type="http://schemas.openxmlformats.org/officeDocument/2006/relationships/slideLayout" Target="../slideLayouts/slideLayout10.xml"/><Relationship Id="rId4" Type="http://schemas.openxmlformats.org/officeDocument/2006/relationships/image" Target="../media/image55.png"/></Relationships>
</file>

<file path=ppt/slides/_rels/slide6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10.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58;p13">
            <a:extLst>
              <a:ext uri="{FF2B5EF4-FFF2-40B4-BE49-F238E27FC236}">
                <a16:creationId xmlns:a16="http://schemas.microsoft.com/office/drawing/2014/main" id="{AFBE821B-3DA1-44E8-B5CA-82331019324C}"/>
              </a:ext>
            </a:extLst>
          </p:cNvPr>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800000"/>
              </a:buClr>
              <a:buFont typeface="Arial"/>
              <a:buNone/>
            </a:pPr>
            <a:r>
              <a:rPr lang="en-US" sz="3600" b="1" dirty="0">
                <a:solidFill>
                  <a:srgbClr val="800000"/>
                </a:solidFill>
              </a:rPr>
              <a:t>We Live in the VUCA World</a:t>
            </a:r>
            <a:endParaRPr lang="en-US" dirty="0"/>
          </a:p>
        </p:txBody>
      </p:sp>
      <p:pic>
        <p:nvPicPr>
          <p:cNvPr id="5" name="Picture 4" descr="Informative graphic on We Live in the VUCA World showing: We Live in the VUCA World." title="We Live in the VUCA World Graphic">
            <a:extLst>
              <a:ext uri="{FF2B5EF4-FFF2-40B4-BE49-F238E27FC236}">
                <a16:creationId xmlns:a16="http://schemas.microsoft.com/office/drawing/2014/main" id="{2FE9AD3B-FAF6-4521-8018-09933191B244}"/>
              </a:ext>
              <a:ext uri="{C183D7F6-B498-43B3-948B-1728B52AA6E4}">
                <adec:decorative xmlns:adec="http://schemas.microsoft.com/office/drawing/2017/decorative" val="0"/>
              </a:ext>
            </a:extLst>
          </p:cNvPr>
          <p:cNvPicPr>
            <a:picLocks noChangeAspect="1"/>
          </p:cNvPicPr>
          <p:nvPr/>
        </p:nvPicPr>
        <p:blipFill>
          <a:blip r:embed="rId2"/>
          <a:stretch>
            <a:fillRect/>
          </a:stretch>
        </p:blipFill>
        <p:spPr>
          <a:xfrm>
            <a:off x="457200" y="1039811"/>
            <a:ext cx="8517467" cy="5323417"/>
          </a:xfrm>
          <a:prstGeom prst="rect">
            <a:avLst/>
          </a:prstGeom>
        </p:spPr>
      </p:pic>
    </p:spTree>
    <p:extLst>
      <p:ext uri="{BB962C8B-B14F-4D97-AF65-F5344CB8AC3E}">
        <p14:creationId xmlns:p14="http://schemas.microsoft.com/office/powerpoint/2010/main" val="2301915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7"/>
          <p:cNvSpPr txBox="1">
            <a:spLocks noGrp="1"/>
          </p:cNvSpPr>
          <p:nvPr>
            <p:ph type="title" idx="4294967295"/>
          </p:nvPr>
        </p:nvSpPr>
        <p:spPr>
          <a:xfrm>
            <a:off x="2438400" y="304800"/>
            <a:ext cx="4419600" cy="641350"/>
          </a:xfrm>
          <a:prstGeom prst="rect">
            <a:avLst/>
          </a:prstGeom>
          <a:noFill/>
          <a:ln>
            <a:noFill/>
            <a:prstDash/>
          </a:ln>
          <a:effectLst/>
        </p:spPr>
        <p:txBody>
          <a:bodyPr rot="0" spcFirstLastPara="1" vertOverflow="overflow" horzOverflow="overflow" vert="horz" wrap="square" lIns="91425" tIns="45700" rIns="91425" bIns="457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800000"/>
              </a:buClr>
              <a:buSzTx/>
              <a:buFont typeface="Arial Narrow"/>
              <a:buNone/>
              <a:tabLst/>
              <a:defRPr/>
            </a:pPr>
            <a:r>
              <a:rPr kumimoji="0" lang="en-US" sz="3600" b="1" i="0" u="none" strike="noStrike" kern="0" cap="none" spc="0" normalizeH="0" baseline="0" noProof="0" dirty="0">
                <a:ln>
                  <a:noFill/>
                </a:ln>
                <a:solidFill>
                  <a:srgbClr val="800000"/>
                </a:solidFill>
                <a:effectLst/>
                <a:uLnTx/>
                <a:uFillTx/>
                <a:latin typeface="Arial Narrow"/>
                <a:ea typeface="Arial Narrow"/>
                <a:cs typeface="Arial Narrow"/>
                <a:sym typeface="Arial Narrow"/>
              </a:rPr>
              <a:t>Course Outline (1 of 2)</a:t>
            </a:r>
            <a:endParaRPr kumimoji="0" lang="en-U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95" name="Google Shape;95;p17"/>
          <p:cNvSpPr txBox="1"/>
          <p:nvPr/>
        </p:nvSpPr>
        <p:spPr>
          <a:xfrm>
            <a:off x="381000" y="1066800"/>
            <a:ext cx="8458200" cy="4783137"/>
          </a:xfrm>
          <a:prstGeom prst="rect">
            <a:avLst/>
          </a:prstGeom>
          <a:noFill/>
          <a:ln>
            <a:noFill/>
          </a:ln>
        </p:spPr>
        <p:txBody>
          <a:bodyPr spcFirstLastPara="1" wrap="square" lIns="91425" tIns="45700" rIns="91425" bIns="45700" anchor="t" anchorCtr="0">
            <a:noAutofit/>
          </a:bodyPr>
          <a:lstStyle/>
          <a:p>
            <a:pPr marL="338137" marR="0" lvl="0" indent="-338137" algn="l" rtl="0">
              <a:lnSpc>
                <a:spcPct val="100000"/>
              </a:lnSpc>
              <a:spcBef>
                <a:spcPts val="0"/>
              </a:spcBef>
              <a:spcAft>
                <a:spcPts val="0"/>
              </a:spcAft>
              <a:buClr>
                <a:srgbClr val="5F5F5F"/>
              </a:buClr>
              <a:buSzPts val="2400"/>
              <a:buFont typeface="Arial Narrow"/>
              <a:buChar char="•"/>
            </a:pPr>
            <a:r>
              <a:rPr lang="en-US" sz="2400" b="1" i="0" u="none" dirty="0">
                <a:solidFill>
                  <a:srgbClr val="A00000"/>
                </a:solidFill>
                <a:latin typeface="Arial Narrow"/>
                <a:ea typeface="Arial Narrow"/>
                <a:cs typeface="Arial Narrow"/>
                <a:sym typeface="Arial Narrow"/>
              </a:rPr>
              <a:t>Chapter 1 Getting Started with Alice</a:t>
            </a:r>
            <a:endParaRPr lang="en-US" dirty="0">
              <a:solidFill>
                <a:srgbClr val="A00000"/>
              </a:solidFill>
            </a:endParaRPr>
          </a:p>
          <a:p>
            <a:pPr marL="338137" marR="0" lvl="0" indent="-338137" algn="l" rtl="0">
              <a:lnSpc>
                <a:spcPct val="100000"/>
              </a:lnSpc>
              <a:spcBef>
                <a:spcPts val="720"/>
              </a:spcBef>
              <a:spcAft>
                <a:spcPts val="0"/>
              </a:spcAft>
              <a:buClr>
                <a:srgbClr val="5F5F5F"/>
              </a:buClr>
              <a:buSzPts val="2400"/>
              <a:buFont typeface="Arial Narrow"/>
              <a:buChar char="•"/>
            </a:pPr>
            <a:r>
              <a:rPr lang="en-US" sz="2400" b="1" i="0" u="none" dirty="0">
                <a:solidFill>
                  <a:schemeClr val="tx1"/>
                </a:solidFill>
                <a:latin typeface="Arial Narrow"/>
                <a:ea typeface="Arial Narrow"/>
                <a:cs typeface="Arial Narrow"/>
                <a:sym typeface="Arial Narrow"/>
              </a:rPr>
              <a:t>Chapter 2 Program Design &amp; Implementation</a:t>
            </a:r>
            <a:endParaRPr lang="en-US" dirty="0">
              <a:solidFill>
                <a:schemeClr val="tx1"/>
              </a:solidFill>
            </a:endParaRPr>
          </a:p>
          <a:p>
            <a:pPr marL="338137" marR="0" lvl="0" indent="-338137" algn="l" rtl="0">
              <a:lnSpc>
                <a:spcPct val="100000"/>
              </a:lnSpc>
              <a:spcBef>
                <a:spcPts val="720"/>
              </a:spcBef>
              <a:spcAft>
                <a:spcPts val="0"/>
              </a:spcAft>
              <a:buClr>
                <a:srgbClr val="5F5F5F"/>
              </a:buClr>
              <a:buSzPts val="2400"/>
              <a:buFont typeface="Arial Narrow"/>
              <a:buChar char="•"/>
            </a:pPr>
            <a:r>
              <a:rPr lang="en-US" sz="2400" b="1" i="0" u="none" dirty="0">
                <a:solidFill>
                  <a:schemeClr val="tx1"/>
                </a:solidFill>
                <a:latin typeface="Arial Narrow"/>
                <a:ea typeface="Arial Narrow"/>
                <a:cs typeface="Arial Narrow"/>
                <a:sym typeface="Arial Narrow"/>
              </a:rPr>
              <a:t>Chapter 4 Classes, Objects, Methods and Parameter</a:t>
            </a:r>
            <a:endParaRPr lang="en-US" dirty="0">
              <a:solidFill>
                <a:schemeClr val="tx1"/>
              </a:solidFill>
            </a:endParaRPr>
          </a:p>
          <a:p>
            <a:pPr marL="338137" marR="0" lvl="0" indent="-338137" algn="l" rtl="0">
              <a:lnSpc>
                <a:spcPct val="100000"/>
              </a:lnSpc>
              <a:spcBef>
                <a:spcPts val="720"/>
              </a:spcBef>
              <a:spcAft>
                <a:spcPts val="0"/>
              </a:spcAft>
              <a:buClr>
                <a:srgbClr val="5F5F5F"/>
              </a:buClr>
              <a:buSzPts val="2400"/>
              <a:buFont typeface="Arial Narrow"/>
              <a:buChar char="•"/>
            </a:pPr>
            <a:r>
              <a:rPr lang="en-US" sz="2400" b="1" i="0" u="none" dirty="0">
                <a:solidFill>
                  <a:schemeClr val="tx1"/>
                </a:solidFill>
                <a:latin typeface="Arial Narrow"/>
                <a:ea typeface="Arial Narrow"/>
                <a:cs typeface="Arial Narrow"/>
                <a:sym typeface="Arial Narrow"/>
              </a:rPr>
              <a:t>Chapter 5 Interaction: Events and Event Handling</a:t>
            </a:r>
            <a:endParaRPr lang="en-US" dirty="0">
              <a:solidFill>
                <a:schemeClr val="tx1"/>
              </a:solidFill>
            </a:endParaRPr>
          </a:p>
          <a:p>
            <a:pPr marL="338137" marR="0" lvl="0" indent="-338137" algn="l" rtl="0">
              <a:lnSpc>
                <a:spcPct val="100000"/>
              </a:lnSpc>
              <a:spcBef>
                <a:spcPts val="720"/>
              </a:spcBef>
              <a:spcAft>
                <a:spcPts val="0"/>
              </a:spcAft>
              <a:buClr>
                <a:srgbClr val="404040"/>
              </a:buClr>
              <a:buSzPts val="2400"/>
              <a:buFont typeface="Arial Narrow"/>
              <a:buChar char="•"/>
            </a:pPr>
            <a:r>
              <a:rPr lang="en-US" sz="2400" b="1" i="0" u="none" dirty="0">
                <a:solidFill>
                  <a:schemeClr val="tx1"/>
                </a:solidFill>
                <a:latin typeface="Arial Narrow"/>
                <a:ea typeface="Arial Narrow"/>
                <a:cs typeface="Arial Narrow"/>
                <a:sym typeface="Arial Narrow"/>
              </a:rPr>
              <a:t>Chapter 6 Functions and If/Else Control Statement</a:t>
            </a:r>
            <a:endParaRPr lang="en-US" dirty="0">
              <a:solidFill>
                <a:schemeClr val="tx1"/>
              </a:solidFill>
            </a:endParaRPr>
          </a:p>
          <a:p>
            <a:pPr marL="338137" marR="0" lvl="0" indent="-338137" algn="l" rtl="0">
              <a:lnSpc>
                <a:spcPct val="100000"/>
              </a:lnSpc>
              <a:spcBef>
                <a:spcPts val="720"/>
              </a:spcBef>
              <a:spcAft>
                <a:spcPts val="0"/>
              </a:spcAft>
              <a:buClr>
                <a:srgbClr val="0000FF"/>
              </a:buClr>
              <a:buSzPts val="2400"/>
              <a:buFont typeface="Arial Narrow"/>
              <a:buChar char="•"/>
            </a:pPr>
            <a:r>
              <a:rPr lang="en-US" sz="2400" b="1" i="0" u="none" dirty="0">
                <a:solidFill>
                  <a:schemeClr val="tx1"/>
                </a:solidFill>
                <a:latin typeface="Arial Narrow"/>
                <a:ea typeface="Arial Narrow"/>
                <a:cs typeface="Arial Narrow"/>
                <a:sym typeface="Arial Narrow"/>
              </a:rPr>
              <a:t>Chapter 7 Repetition: Deterministic and Conditional Loops</a:t>
            </a:r>
            <a:endParaRPr lang="en-US" dirty="0">
              <a:solidFill>
                <a:schemeClr val="tx1"/>
              </a:solidFill>
            </a:endParaRPr>
          </a:p>
          <a:p>
            <a:pPr marL="338137" indent="-338137">
              <a:spcBef>
                <a:spcPts val="720"/>
              </a:spcBef>
              <a:buSzPts val="2400"/>
              <a:buFont typeface="Arial Narrow"/>
              <a:buChar char="•"/>
            </a:pPr>
            <a:r>
              <a:rPr lang="en-US" sz="2400" b="1" dirty="0">
                <a:solidFill>
                  <a:schemeClr val="tx1"/>
                </a:solidFill>
                <a:latin typeface="Arial Narrow"/>
                <a:ea typeface="Arial Narrow"/>
                <a:cs typeface="Arial Narrow"/>
                <a:sym typeface="Arial Narrow"/>
              </a:rPr>
              <a:t>Test #1 (Alice2)</a:t>
            </a:r>
            <a:endParaRPr lang="en-US" sz="2400" dirty="0">
              <a:solidFill>
                <a:schemeClr val="tx1"/>
              </a:solidFill>
            </a:endParaRPr>
          </a:p>
          <a:p>
            <a:pPr marL="338137" indent="-338137">
              <a:spcBef>
                <a:spcPts val="720"/>
              </a:spcBef>
              <a:buSzPts val="2400"/>
              <a:buFont typeface="Arial Narrow"/>
              <a:buChar char="•"/>
            </a:pPr>
            <a:r>
              <a:rPr lang="en-US" sz="2400" b="1" dirty="0">
                <a:solidFill>
                  <a:schemeClr val="tx1"/>
                </a:solidFill>
                <a:latin typeface="Arial Narrow"/>
                <a:sym typeface="Arial Narrow"/>
              </a:rPr>
              <a:t>MATLAB; Python </a:t>
            </a:r>
            <a:endParaRPr lang="en-US" sz="2400" dirty="0">
              <a:solidFill>
                <a:schemeClr val="tx1"/>
              </a:solidFill>
            </a:endParaRPr>
          </a:p>
          <a:p>
            <a:pPr marL="338137" marR="0" lvl="0" indent="-338137" algn="l" rtl="0">
              <a:lnSpc>
                <a:spcPct val="100000"/>
              </a:lnSpc>
              <a:spcBef>
                <a:spcPts val="720"/>
              </a:spcBef>
              <a:spcAft>
                <a:spcPts val="0"/>
              </a:spcAft>
              <a:buClr>
                <a:schemeClr val="dk1"/>
              </a:buClr>
              <a:buSzPts val="2400"/>
              <a:buFont typeface="Arial Narrow"/>
              <a:buChar char="•"/>
            </a:pPr>
            <a:r>
              <a:rPr lang="en-US" sz="2400" b="1" i="0" u="none" dirty="0">
                <a:solidFill>
                  <a:schemeClr val="tx1"/>
                </a:solidFill>
                <a:latin typeface="Arial Narrow"/>
                <a:ea typeface="Arial Narrow"/>
                <a:cs typeface="Arial Narrow"/>
                <a:sym typeface="Arial Narrow"/>
              </a:rPr>
              <a:t>Computer Concepts </a:t>
            </a:r>
            <a:endParaRPr lang="en-US" dirty="0">
              <a:solidFill>
                <a:schemeClr val="tx1"/>
              </a:solidFill>
            </a:endParaRPr>
          </a:p>
          <a:p>
            <a:pPr marL="338137" marR="0" lvl="0" indent="-338137" algn="l" rtl="0">
              <a:lnSpc>
                <a:spcPct val="100000"/>
              </a:lnSpc>
              <a:spcBef>
                <a:spcPts val="720"/>
              </a:spcBef>
              <a:spcAft>
                <a:spcPts val="0"/>
              </a:spcAft>
              <a:buClr>
                <a:schemeClr val="dk1"/>
              </a:buClr>
              <a:buSzPts val="2400"/>
              <a:buFont typeface="Arial Narrow"/>
              <a:buChar char="•"/>
            </a:pPr>
            <a:r>
              <a:rPr lang="en-US" sz="2400" b="1" i="0" u="none" dirty="0">
                <a:solidFill>
                  <a:schemeClr val="tx1"/>
                </a:solidFill>
                <a:latin typeface="Arial Narrow"/>
                <a:ea typeface="Arial Narrow"/>
                <a:cs typeface="Arial Narrow"/>
                <a:sym typeface="Arial Narrow"/>
              </a:rPr>
              <a:t>Test#2 (Computer Concepts)</a:t>
            </a:r>
          </a:p>
          <a:p>
            <a:pPr marL="338137" marR="0" lvl="0" indent="-338137" algn="l" rtl="0">
              <a:lnSpc>
                <a:spcPct val="100000"/>
              </a:lnSpc>
              <a:spcBef>
                <a:spcPts val="720"/>
              </a:spcBef>
              <a:spcAft>
                <a:spcPts val="0"/>
              </a:spcAft>
              <a:buClr>
                <a:schemeClr val="dk1"/>
              </a:buClr>
              <a:buSzPts val="2400"/>
              <a:buFont typeface="Arial Narrow"/>
              <a:buChar char="•"/>
            </a:pPr>
            <a:r>
              <a:rPr lang="en-US" sz="2400" b="1" dirty="0">
                <a:solidFill>
                  <a:schemeClr val="tx1"/>
                </a:solidFill>
                <a:latin typeface="Arial Narrow"/>
                <a:ea typeface="Arial Narrow"/>
                <a:cs typeface="Arial Narrow"/>
                <a:sym typeface="Arial Narrow"/>
              </a:rPr>
              <a:t>Term P</a:t>
            </a:r>
            <a:r>
              <a:rPr lang="en-US" sz="2400" b="1" i="0" u="none" dirty="0">
                <a:solidFill>
                  <a:schemeClr val="tx1"/>
                </a:solidFill>
                <a:latin typeface="Arial Narrow"/>
                <a:ea typeface="Arial Narrow"/>
                <a:cs typeface="Arial Narrow"/>
                <a:sym typeface="Arial Narrow"/>
              </a:rPr>
              <a:t>roject Presentation (Alice2 Game Design &amp; Implementation)</a:t>
            </a:r>
            <a:endParaRPr lang="en-US" dirty="0">
              <a:solidFill>
                <a:schemeClr val="tx1"/>
              </a:solidFill>
            </a:endParaRPr>
          </a:p>
        </p:txBody>
      </p:sp>
    </p:spTree>
    <p:extLst>
      <p:ext uri="{BB962C8B-B14F-4D97-AF65-F5344CB8AC3E}">
        <p14:creationId xmlns:p14="http://schemas.microsoft.com/office/powerpoint/2010/main" val="1418658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7" name="Title 6">
            <a:extLst>
              <a:ext uri="{FF2B5EF4-FFF2-40B4-BE49-F238E27FC236}">
                <a16:creationId xmlns:a16="http://schemas.microsoft.com/office/drawing/2014/main" id="{E02227EC-E113-7BBC-0E23-312B46106A30}"/>
              </a:ext>
            </a:extLst>
          </p:cNvPr>
          <p:cNvSpPr>
            <a:spLocks noGrp="1"/>
          </p:cNvSpPr>
          <p:nvPr>
            <p:ph type="title"/>
          </p:nvPr>
        </p:nvSpPr>
        <p:spPr>
          <a:xfrm>
            <a:off x="127000" y="-1270000"/>
            <a:ext cx="8890000" cy="508000"/>
          </a:xfrm>
        </p:spPr>
        <p:txBody>
          <a:bodyPr/>
          <a:lstStyle/>
          <a:p>
            <a:r>
              <a:rPr lang="en-US" dirty="0"/>
              <a:t>Bader, David M. (Harmony Books, 2002)...</a:t>
            </a:r>
          </a:p>
        </p:txBody>
      </p:sp>
      <p:sp>
        <p:nvSpPr>
          <p:cNvPr id="2" name="TextBox 1">
            <a:extLst>
              <a:ext uri="{FF2B5EF4-FFF2-40B4-BE49-F238E27FC236}">
                <a16:creationId xmlns:a16="http://schemas.microsoft.com/office/drawing/2014/main" id="{7F485DC0-9971-A806-4A92-0CE26098E1D5}"/>
              </a:ext>
            </a:extLst>
          </p:cNvPr>
          <p:cNvSpPr txBox="1"/>
          <p:nvPr/>
        </p:nvSpPr>
        <p:spPr>
          <a:xfrm>
            <a:off x="6404029" y="1012954"/>
            <a:ext cx="2435171" cy="4185761"/>
          </a:xfrm>
          <a:prstGeom prst="rect">
            <a:avLst/>
          </a:prstGeom>
          <a:noFill/>
        </p:spPr>
        <p:txBody>
          <a:bodyPr wrap="square">
            <a:spAutoFit/>
          </a:bodyPr>
          <a:lstStyle/>
          <a:p>
            <a:pPr marL="285750" indent="-285750">
              <a:buFont typeface="Arial" panose="020B0604020202020204" pitchFamily="34" charset="0"/>
              <a:buChar char="•"/>
            </a:pPr>
            <a:r>
              <a:rPr lang="en-US" sz="1400"/>
              <a:t>Bader, David M. (Harmony Books, 2002) Zen Judaism – For You, A Little Enlightenment</a:t>
            </a:r>
          </a:p>
          <a:p>
            <a:pPr marL="285750" indent="-285750">
              <a:buFont typeface="Arial" panose="020B0604020202020204" pitchFamily="34" charset="0"/>
              <a:buChar char="•"/>
            </a:pPr>
            <a:endParaRPr lang="en-US" sz="1400"/>
          </a:p>
          <a:p>
            <a:pPr marL="285750" indent="-285750">
              <a:buFont typeface="Arial" panose="020B0604020202020204" pitchFamily="34" charset="0"/>
              <a:buChar char="•"/>
            </a:pPr>
            <a:endParaRPr lang="en-US" sz="1400"/>
          </a:p>
          <a:p>
            <a:pPr marL="285750" indent="-285750">
              <a:buFont typeface="Arial" panose="020B0604020202020204" pitchFamily="34" charset="0"/>
              <a:buChar char="•"/>
            </a:pPr>
            <a:r>
              <a:rPr lang="en-US" sz="1400"/>
              <a:t>David M. Bader is a writer in New York City, a pursuit that raises the eternal question, "From this he makes a living?" He is not even distantly related to Supreme Court Justice Ruth Bader Ginsberg, though he insists on referring to her as "Aunt Ruth.“- Thenile: 9780609605028</a:t>
            </a:r>
          </a:p>
          <a:p>
            <a:endParaRPr lang="en-US" sz="1400" dirty="0"/>
          </a:p>
        </p:txBody>
      </p:sp>
      <p:grpSp>
        <p:nvGrpSpPr>
          <p:cNvPr id="4" name="Group 3" descr="Grouped diagram illustrating Bader, David M. (Harmony Books, 2002)... with multiple visual components." title="Bader, David M. (Harmony Books, 2002)... Diagram">
            <a:extLst>
              <a:ext uri="{FF2B5EF4-FFF2-40B4-BE49-F238E27FC236}">
                <a16:creationId xmlns:a16="http://schemas.microsoft.com/office/drawing/2014/main" id="{41BE3132-CF76-2C60-7E5A-9F1CF64C76E3}"/>
              </a:ext>
              <a:ext uri="{C183D7F6-B498-43B3-948B-1728B52AA6E4}">
                <adec:decorative xmlns:adec="http://schemas.microsoft.com/office/drawing/2017/decorative" val="0"/>
              </a:ext>
            </a:extLst>
          </p:cNvPr>
          <p:cNvGrpSpPr/>
          <p:nvPr/>
        </p:nvGrpSpPr>
        <p:grpSpPr>
          <a:xfrm>
            <a:off x="150785" y="329167"/>
            <a:ext cx="6404029" cy="5515879"/>
            <a:chOff x="150785" y="329167"/>
            <a:chExt cx="6404029" cy="5515879"/>
          </a:xfrm>
        </p:grpSpPr>
        <p:pic>
          <p:nvPicPr>
            <p:cNvPr id="5" name="Picture 4" descr="Informative graphic on Bader, David M. (Harmony Books, 2002)... showing: Bader, David M. (Harmony Books, 2002) Zen Judaism – For You, A Little Enlightenment&#10;&#10;&#10;David M. Bader is a writer in New York City, a pursuit that raises the eternal question, &quot;From this he makes a living?&quot; He is not even distantly related to Supreme Court Justice Ruth Bader Ginsberg, though he insists on referring to her as &quot;Aunt Ruth.“- https://www.thenile.com.au/books/david-bader/haikus-for-jews-for-you-a-little-wisdom/9780609605028; https://philosiblog.com/2016/06/16/be-here-now-be-somewhere-else-later-is-that-so-complicated/; Bader, David M. (Harmony Books, 2002)...." title="Bader, David M. (Harmony Books, 2002)... Graphic">
              <a:extLst>
                <a:ext uri="{FF2B5EF4-FFF2-40B4-BE49-F238E27FC236}">
                  <a16:creationId xmlns:a16="http://schemas.microsoft.com/office/drawing/2014/main" id="{0D774C9C-0138-AC8F-47A8-00A9CB47C511}"/>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50785" y="329167"/>
              <a:ext cx="6404029" cy="5515879"/>
            </a:xfrm>
            <a:prstGeom prst="rect">
              <a:avLst/>
            </a:prstGeom>
          </p:spPr>
        </p:pic>
        <p:sp>
          <p:nvSpPr>
            <p:cNvPr id="6" name="TextBox 5">
              <a:extLst>
                <a:ext uri="{FF2B5EF4-FFF2-40B4-BE49-F238E27FC236}">
                  <a16:creationId xmlns:a16="http://schemas.microsoft.com/office/drawing/2014/main" id="{9DD3B5F4-5935-3E10-9958-9A8C24CFD106}"/>
                </a:ext>
                <a:ext uri="{C183D7F6-B498-43B3-948B-1728B52AA6E4}">
                  <adec:decorative xmlns:adec="http://schemas.microsoft.com/office/drawing/2017/decorative" val="1"/>
                </a:ext>
              </a:extLst>
            </p:cNvPr>
            <p:cNvSpPr txBox="1"/>
            <p:nvPr/>
          </p:nvSpPr>
          <p:spPr>
            <a:xfrm>
              <a:off x="2514600" y="533400"/>
              <a:ext cx="383438" cy="307777"/>
            </a:xfrm>
            <a:prstGeom prst="rect">
              <a:avLst/>
            </a:prstGeom>
            <a:noFill/>
          </p:spPr>
          <p:txBody>
            <a:bodyPr wrap="none" rtlCol="0">
              <a:spAutoFit/>
            </a:bodyPr>
            <a:lstStyle/>
            <a:p>
              <a:r>
                <a:rPr lang="en-US" sz="1400" b="1" dirty="0">
                  <a:solidFill>
                    <a:srgbClr val="00B0F0"/>
                  </a:solidFill>
                </a:rPr>
                <a:t>M.</a:t>
              </a:r>
            </a:p>
          </p:txBody>
        </p:sp>
      </p:grpSp>
      <p:sp>
        <p:nvSpPr>
          <p:cNvPr id="3" name="TextBox 2">
            <a:extLst>
              <a:ext uri="{FF2B5EF4-FFF2-40B4-BE49-F238E27FC236}">
                <a16:creationId xmlns:a16="http://schemas.microsoft.com/office/drawing/2014/main" id="{BB1CD20D-7C5A-8065-A8C5-7B68D7912876}"/>
              </a:ext>
            </a:extLst>
          </p:cNvPr>
          <p:cNvSpPr txBox="1"/>
          <p:nvPr/>
        </p:nvSpPr>
        <p:spPr>
          <a:xfrm>
            <a:off x="1229946" y="6199973"/>
            <a:ext cx="8382684" cy="307777"/>
          </a:xfrm>
          <a:prstGeom prst="rect">
            <a:avLst/>
          </a:prstGeom>
          <a:noFill/>
        </p:spPr>
        <p:txBody>
          <a:bodyPr wrap="square">
            <a:spAutoFit/>
          </a:bodyPr>
          <a:lstStyle/>
          <a:p>
            <a:r>
              <a:rPr lang="en-US">
                <a:hlinkClick r:id="rId4"/>
              </a:rPr>
              <a:t>Philosiblog: Be Here Now Be Somewhere Else Later Is That So Complicated</a:t>
            </a:r>
            <a:endParaRPr lang="en-US" dirty="0"/>
          </a:p>
        </p:txBody>
      </p:sp>
    </p:spTree>
    <p:extLst>
      <p:ext uri="{BB962C8B-B14F-4D97-AF65-F5344CB8AC3E}">
        <p14:creationId xmlns:p14="http://schemas.microsoft.com/office/powerpoint/2010/main" val="3703419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2" name="Title 1">
            <a:extLst>
              <a:ext uri="{FF2B5EF4-FFF2-40B4-BE49-F238E27FC236}">
                <a16:creationId xmlns:a16="http://schemas.microsoft.com/office/drawing/2014/main" id="{87904B74-5F77-A8D0-6E33-9840E6C3184E}"/>
              </a:ext>
            </a:extLst>
          </p:cNvPr>
          <p:cNvSpPr>
            <a:spLocks noGrp="1"/>
          </p:cNvSpPr>
          <p:nvPr>
            <p:ph type="title"/>
          </p:nvPr>
        </p:nvSpPr>
        <p:spPr>
          <a:xfrm>
            <a:off x="762000" y="254000"/>
            <a:ext cx="7620000" cy="641350"/>
          </a:xfrm>
        </p:spPr>
        <p:txBody>
          <a:bodyPr/>
          <a:lstStyle/>
          <a:p>
            <a:r>
              <a:rPr lang="en-US" sz="3600" b="1" dirty="0">
                <a:solidFill>
                  <a:srgbClr val="000000"/>
                </a:solidFill>
                <a:latin typeface="Arial" panose="020B0604020202020204" pitchFamily="34" charset="0"/>
              </a:rPr>
              <a:t>Outline</a:t>
            </a:r>
          </a:p>
        </p:txBody>
      </p:sp>
      <p:sp>
        <p:nvSpPr>
          <p:cNvPr id="57" name="Google Shape;57;p13"/>
          <p:cNvSpPr txBox="1">
            <a:spLocks noGrp="1"/>
          </p:cNvSpPr>
          <p:nvPr>
            <p:ph type="body" idx="1"/>
          </p:nvPr>
        </p:nvSpPr>
        <p:spPr>
          <a:xfrm>
            <a:off x="457200" y="1002075"/>
            <a:ext cx="8229600" cy="5026200"/>
          </a:xfrm>
          <a:prstGeom prst="rect">
            <a:avLst/>
          </a:prstGeom>
          <a:noFill/>
          <a:ln>
            <a:noFill/>
          </a:ln>
        </p:spPr>
        <p:txBody>
          <a:bodyPr spcFirstLastPara="1" wrap="square" lIns="91425" tIns="45700" rIns="91425" bIns="45700" anchor="t" anchorCtr="0">
            <a:noAutofit/>
          </a:bodyPr>
          <a:lstStyle/>
          <a:p>
            <a:pPr marL="342900" indent="-342900"/>
            <a:r>
              <a:rPr lang="en-US" sz="2800" dirty="0"/>
              <a:t>Hello and Welcome!</a:t>
            </a:r>
          </a:p>
          <a:p>
            <a:pPr marL="342900" indent="-342900"/>
            <a:r>
              <a:rPr lang="en-US" sz="2800" dirty="0"/>
              <a:t>Goals and Objective</a:t>
            </a:r>
          </a:p>
          <a:p>
            <a:pPr marL="800100" lvl="1" indent="-342900"/>
            <a:r>
              <a:rPr lang="en-US" sz="2400" dirty="0"/>
              <a:t>Learning intro to Computer Science by hands-on programming</a:t>
            </a:r>
          </a:p>
          <a:p>
            <a:pPr marL="800100" lvl="1" indent="-342900"/>
            <a:r>
              <a:rPr lang="en-US" sz="2400" dirty="0"/>
              <a:t>What is a computer?</a:t>
            </a:r>
          </a:p>
          <a:p>
            <a:pPr marL="800100" lvl="1" indent="-342900"/>
            <a:r>
              <a:rPr lang="en-US" sz="2400" dirty="0"/>
              <a:t>What is ‘programming’? How to ‘program’ a computer?</a:t>
            </a:r>
          </a:p>
          <a:p>
            <a:pPr marL="1257300" lvl="2" indent="-342900"/>
            <a:r>
              <a:rPr lang="en-US" sz="2000" dirty="0"/>
              <a:t>“Programming .. is a set of </a:t>
            </a:r>
            <a:r>
              <a:rPr lang="en-US" sz="2000" u="sng" dirty="0"/>
              <a:t>instructions</a:t>
            </a:r>
            <a:r>
              <a:rPr lang="en-US" sz="2000" dirty="0"/>
              <a:t> that tells the computer what to do.” [p.5, of the Alice2 textbook]</a:t>
            </a:r>
            <a:endParaRPr lang="en-US" sz="2400" dirty="0"/>
          </a:p>
          <a:p>
            <a:pPr marL="342900" indent="-342900"/>
            <a:r>
              <a:rPr lang="en-US" sz="2800" dirty="0"/>
              <a:t>Syllabus Review</a:t>
            </a:r>
          </a:p>
          <a:p>
            <a:pPr marL="342900" indent="-342900"/>
            <a:r>
              <a:rPr lang="en-US" sz="2800" dirty="0"/>
              <a:t>Alice2 Tutorial</a:t>
            </a:r>
          </a:p>
          <a:p>
            <a:pPr marL="0" indent="0">
              <a:buNone/>
            </a:pPr>
            <a:endParaRPr lang="en-US" sz="2800" dirty="0"/>
          </a:p>
        </p:txBody>
      </p:sp>
      <p:sp>
        <p:nvSpPr>
          <p:cNvPr id="5" name="Rectangle 4">
            <a:extLst>
              <a:ext uri="{FF2B5EF4-FFF2-40B4-BE49-F238E27FC236}">
                <a16:creationId xmlns:a16="http://schemas.microsoft.com/office/drawing/2014/main" id="{592DCAE8-1BB0-47B5-8204-E9EC9080E7D9}"/>
              </a:ext>
            </a:extLst>
          </p:cNvPr>
          <p:cNvSpPr/>
          <p:nvPr/>
        </p:nvSpPr>
        <p:spPr>
          <a:xfrm>
            <a:off x="457200" y="5904505"/>
            <a:ext cx="8531503" cy="307777"/>
          </a:xfrm>
          <a:prstGeom prst="rect">
            <a:avLst/>
          </a:prstGeom>
          <a:ln>
            <a:solidFill>
              <a:srgbClr val="FF0000"/>
            </a:solidFill>
          </a:ln>
        </p:spPr>
        <p:txBody>
          <a:bodyPr wrap="none">
            <a:spAutoFit/>
          </a:bodyPr>
          <a:lstStyle/>
          <a:p>
            <a:r>
              <a:rPr lang="en-US" dirty="0"/>
              <a:t>Unless otherwise noted, the sources of images in the course slide deck are from Commons.Wikimedia.org</a:t>
            </a:r>
          </a:p>
        </p:txBody>
      </p:sp>
    </p:spTree>
    <p:extLst>
      <p:ext uri="{BB962C8B-B14F-4D97-AF65-F5344CB8AC3E}">
        <p14:creationId xmlns:p14="http://schemas.microsoft.com/office/powerpoint/2010/main" val="4025951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7">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7">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3" name="Title 2">
            <a:extLst>
              <a:ext uri="{FF2B5EF4-FFF2-40B4-BE49-F238E27FC236}">
                <a16:creationId xmlns:a16="http://schemas.microsoft.com/office/drawing/2014/main" id="{2C878E7B-0AAE-0493-B2AE-6C37B02568AF}"/>
              </a:ext>
            </a:extLst>
          </p:cNvPr>
          <p:cNvSpPr>
            <a:spLocks noGrp="1"/>
          </p:cNvSpPr>
          <p:nvPr>
            <p:ph type="title"/>
          </p:nvPr>
        </p:nvSpPr>
        <p:spPr>
          <a:xfrm>
            <a:off x="761999" y="125611"/>
            <a:ext cx="7620000" cy="641350"/>
          </a:xfrm>
        </p:spPr>
        <p:txBody>
          <a:bodyPr/>
          <a:lstStyle/>
          <a:p>
            <a:r>
              <a:rPr lang="en-US" sz="3600" b="1" dirty="0">
                <a:solidFill>
                  <a:srgbClr val="000000"/>
                </a:solidFill>
                <a:latin typeface="Arial" panose="020B0604020202020204" pitchFamily="34" charset="0"/>
              </a:rPr>
              <a:t>Hello and Welcome! (1 of 4)</a:t>
            </a:r>
          </a:p>
        </p:txBody>
      </p:sp>
      <p:sp>
        <p:nvSpPr>
          <p:cNvPr id="57" name="Google Shape;57;p13"/>
          <p:cNvSpPr txBox="1">
            <a:spLocks noGrp="1"/>
          </p:cNvSpPr>
          <p:nvPr>
            <p:ph type="body" idx="1"/>
          </p:nvPr>
        </p:nvSpPr>
        <p:spPr>
          <a:xfrm>
            <a:off x="153122" y="1005741"/>
            <a:ext cx="8837753" cy="5026200"/>
          </a:xfrm>
          <a:prstGeom prst="rect">
            <a:avLst/>
          </a:prstGeom>
          <a:noFill/>
          <a:ln>
            <a:noFill/>
          </a:ln>
        </p:spPr>
        <p:txBody>
          <a:bodyPr spcFirstLastPara="1" wrap="square" lIns="91425" tIns="45700" rIns="91425" bIns="45700" anchor="t" anchorCtr="0">
            <a:noAutofit/>
          </a:bodyPr>
          <a:lstStyle/>
          <a:p>
            <a:pPr marL="342900" indent="-342900">
              <a:spcBef>
                <a:spcPts val="0"/>
              </a:spcBef>
              <a:buSzPts val="2400"/>
            </a:pPr>
            <a:r>
              <a:rPr lang="en-US" sz="1800">
                <a:solidFill>
                  <a:schemeClr val="tx1"/>
                </a:solidFill>
              </a:rPr>
              <a:t>Health Protocol</a:t>
            </a:r>
          </a:p>
          <a:p>
            <a:pPr marL="342900" indent="-342900">
              <a:spcBef>
                <a:spcPts val="0"/>
              </a:spcBef>
              <a:buSzPts val="2400"/>
            </a:pPr>
            <a:r>
              <a:rPr lang="en-US" sz="1800">
                <a:solidFill>
                  <a:schemeClr val="tx1"/>
                </a:solidFill>
              </a:rPr>
              <a:t>MCCC Campus Safety Protocols for in-person classes,</a:t>
            </a:r>
          </a:p>
          <a:p>
            <a:pPr marL="342900" indent="-342900">
              <a:spcBef>
                <a:spcPts val="0"/>
              </a:spcBef>
              <a:buSzPts val="2400"/>
            </a:pPr>
            <a:r>
              <a:rPr lang="en-US" sz="1800">
                <a:solidFill>
                  <a:schemeClr val="tx1"/>
                </a:solidFill>
              </a:rPr>
              <a:t>Mask-on, Nose-covered, keep distance</a:t>
            </a:r>
          </a:p>
          <a:p>
            <a:pPr marL="342900" indent="-342900">
              <a:spcBef>
                <a:spcPts val="0"/>
              </a:spcBef>
              <a:buSzPts val="2400"/>
            </a:pPr>
            <a:r>
              <a:rPr lang="en-US" sz="1800">
                <a:solidFill>
                  <a:schemeClr val="tx1"/>
                </a:solidFill>
              </a:rPr>
              <a:t>Show instructor MCCC Symptom Tracing card, if applicable</a:t>
            </a:r>
          </a:p>
          <a:p>
            <a:pPr marL="342900" indent="-342900">
              <a:spcBef>
                <a:spcPts val="0"/>
              </a:spcBef>
              <a:buSzPts val="2400"/>
            </a:pPr>
            <a:r>
              <a:rPr lang="en-US" sz="1800">
                <a:solidFill>
                  <a:schemeClr val="tx1"/>
                </a:solidFill>
              </a:rPr>
              <a:t>Wipe-down at the start and end of class</a:t>
            </a:r>
          </a:p>
          <a:p>
            <a:pPr marL="342900" indent="-342900">
              <a:spcBef>
                <a:spcPts val="0"/>
              </a:spcBef>
              <a:buSzPts val="2400"/>
            </a:pPr>
            <a:r>
              <a:rPr lang="en-US" sz="1800">
                <a:solidFill>
                  <a:schemeClr val="tx1"/>
                </a:solidFill>
              </a:rPr>
              <a:t>IT help: Mitts@mercer.edu</a:t>
            </a:r>
          </a:p>
          <a:p>
            <a:pPr marL="342900" indent="-342900">
              <a:spcBef>
                <a:spcPts val="0"/>
              </a:spcBef>
              <a:buSzPts val="2400"/>
            </a:pPr>
            <a:r>
              <a:rPr lang="en-US" sz="1800">
                <a:solidFill>
                  <a:schemeClr val="tx1"/>
                </a:solidFill>
              </a:rPr>
              <a:t>BlackBoard help: Mercer Online: Mccc Web Resource</a:t>
            </a:r>
          </a:p>
          <a:p>
            <a:pPr marL="342900" indent="-342900">
              <a:spcBef>
                <a:spcPts val="0"/>
              </a:spcBef>
              <a:buSzPts val="2400"/>
            </a:pPr>
            <a:r>
              <a:rPr lang="en-US" sz="1800">
                <a:solidFill>
                  <a:schemeClr val="tx1"/>
                </a:solidFill>
              </a:rPr>
              <a:t>Can also login through MyMercer: 	Mercer County Community College Portal</a:t>
            </a:r>
          </a:p>
          <a:p>
            <a:pPr marL="342900" indent="-342900">
              <a:spcBef>
                <a:spcPts val="0"/>
              </a:spcBef>
              <a:buSzPts val="2400"/>
            </a:pPr>
            <a:r>
              <a:rPr lang="en-US" sz="1800">
                <a:solidFill>
                  <a:schemeClr val="tx1"/>
                </a:solidFill>
              </a:rPr>
              <a:t>Learning Center Web Site:</a:t>
            </a:r>
          </a:p>
          <a:p>
            <a:pPr marL="342900" indent="-342900">
              <a:spcBef>
                <a:spcPts val="0"/>
              </a:spcBef>
              <a:buSzPts val="2400"/>
            </a:pPr>
            <a:r>
              <a:rPr lang="en-US" sz="1800">
                <a:solidFill>
                  <a:schemeClr val="tx1"/>
                </a:solidFill>
              </a:rPr>
              <a:t>MCCC Tutoring Services</a:t>
            </a:r>
          </a:p>
          <a:p>
            <a:pPr marL="342900" indent="-342900">
              <a:spcBef>
                <a:spcPts val="0"/>
              </a:spcBef>
              <a:buSzPts val="2400"/>
            </a:pPr>
            <a:r>
              <a:rPr lang="en-US" sz="1800">
                <a:solidFill>
                  <a:schemeClr val="tx1"/>
                </a:solidFill>
              </a:rPr>
              <a:t>UNC Learning Center Resource</a:t>
            </a:r>
          </a:p>
          <a:p>
            <a:pPr marL="342900" indent="-342900">
              <a:spcBef>
                <a:spcPts val="0"/>
              </a:spcBef>
              <a:buSzPts val="2400"/>
            </a:pPr>
            <a:r>
              <a:rPr lang="en-US" sz="1800">
                <a:solidFill>
                  <a:schemeClr val="tx1"/>
                </a:solidFill>
              </a:rPr>
              <a:t>Watch (DIY) “I worried about my grade” video: YouTube Video</a:t>
            </a:r>
          </a:p>
          <a:p>
            <a:pPr marL="342900" indent="-342900">
              <a:spcBef>
                <a:spcPts val="0"/>
              </a:spcBef>
              <a:buSzPts val="2400"/>
            </a:pPr>
            <a:endParaRPr lang="en-US" sz="1800">
              <a:solidFill>
                <a:schemeClr val="tx1"/>
              </a:solidFill>
            </a:endParaRPr>
          </a:p>
          <a:p>
            <a:pPr marL="342900" indent="-342900">
              <a:spcBef>
                <a:spcPts val="0"/>
              </a:spcBef>
              <a:buSzPts val="2400"/>
            </a:pPr>
            <a:endParaRPr lang="en-US" sz="1800">
              <a:solidFill>
                <a:schemeClr val="tx1"/>
              </a:solidFill>
            </a:endParaRPr>
          </a:p>
          <a:p>
            <a:pPr marL="342900" indent="-342900">
              <a:spcBef>
                <a:spcPts val="0"/>
              </a:spcBef>
              <a:buSzPts val="2400"/>
            </a:pPr>
            <a:endParaRPr lang="en-US" sz="1800">
              <a:solidFill>
                <a:schemeClr val="tx1"/>
              </a:solidFill>
            </a:endParaRPr>
          </a:p>
          <a:p>
            <a:pPr marL="0" indent="0">
              <a:spcBef>
                <a:spcPts val="480"/>
              </a:spcBef>
              <a:buSzPts val="2400"/>
              <a:buNone/>
            </a:pPr>
            <a:endParaRPr lang="en-US" sz="1800" dirty="0"/>
          </a:p>
        </p:txBody>
      </p:sp>
      <p:sp>
        <p:nvSpPr>
          <p:cNvPr id="2" name="Rectangle 1">
            <a:extLst>
              <a:ext uri="{FF2B5EF4-FFF2-40B4-BE49-F238E27FC236}">
                <a16:creationId xmlns:a16="http://schemas.microsoft.com/office/drawing/2014/main" id="{C8B24D94-2A59-4FEB-A039-6A0271DAD0B5}"/>
              </a:ext>
            </a:extLst>
          </p:cNvPr>
          <p:cNvSpPr/>
          <p:nvPr/>
        </p:nvSpPr>
        <p:spPr>
          <a:xfrm>
            <a:off x="393930" y="5950661"/>
            <a:ext cx="8531503" cy="307777"/>
          </a:xfrm>
          <a:prstGeom prst="rect">
            <a:avLst/>
          </a:prstGeom>
          <a:ln>
            <a:solidFill>
              <a:srgbClr val="FF0000"/>
            </a:solidFill>
          </a:ln>
        </p:spPr>
        <p:txBody>
          <a:bodyPr wrap="none">
            <a:spAutoFit/>
          </a:bodyPr>
          <a:lstStyle/>
          <a:p>
            <a:r>
              <a:rPr lang="en-US" dirty="0"/>
              <a:t>Unless otherwise noted, the sources of images in the course slide deck are from Commons.Wikimedia.org</a:t>
            </a:r>
          </a:p>
        </p:txBody>
      </p:sp>
    </p:spTree>
    <p:extLst>
      <p:ext uri="{BB962C8B-B14F-4D97-AF65-F5344CB8AC3E}">
        <p14:creationId xmlns:p14="http://schemas.microsoft.com/office/powerpoint/2010/main" val="5124874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2" name="Title 1">
            <a:extLst>
              <a:ext uri="{FF2B5EF4-FFF2-40B4-BE49-F238E27FC236}">
                <a16:creationId xmlns:a16="http://schemas.microsoft.com/office/drawing/2014/main" id="{991C86E3-1AD8-FD9A-F521-F0C74FAFE505}"/>
              </a:ext>
            </a:extLst>
          </p:cNvPr>
          <p:cNvSpPr>
            <a:spLocks noGrp="1"/>
          </p:cNvSpPr>
          <p:nvPr>
            <p:ph type="title"/>
          </p:nvPr>
        </p:nvSpPr>
        <p:spPr>
          <a:xfrm>
            <a:off x="762000" y="254000"/>
            <a:ext cx="7620000" cy="641350"/>
          </a:xfrm>
        </p:spPr>
        <p:txBody>
          <a:bodyPr/>
          <a:lstStyle/>
          <a:p>
            <a:r>
              <a:rPr lang="en-US" sz="3600" b="1" dirty="0">
                <a:solidFill>
                  <a:srgbClr val="000000"/>
                </a:solidFill>
                <a:latin typeface="Arial" panose="020B0604020202020204" pitchFamily="34" charset="0"/>
              </a:rPr>
              <a:t>Hello and Welcome! (2 of 4)</a:t>
            </a:r>
          </a:p>
        </p:txBody>
      </p:sp>
      <p:sp>
        <p:nvSpPr>
          <p:cNvPr id="57" name="Google Shape;57;p13"/>
          <p:cNvSpPr txBox="1">
            <a:spLocks noGrp="1"/>
          </p:cNvSpPr>
          <p:nvPr>
            <p:ph type="body" idx="1"/>
          </p:nvPr>
        </p:nvSpPr>
        <p:spPr>
          <a:xfrm>
            <a:off x="457200" y="983414"/>
            <a:ext cx="8229600" cy="5026200"/>
          </a:xfrm>
          <a:prstGeom prst="rect">
            <a:avLst/>
          </a:prstGeom>
          <a:noFill/>
          <a:ln>
            <a:noFill/>
          </a:ln>
        </p:spPr>
        <p:txBody>
          <a:bodyPr spcFirstLastPara="1" wrap="square" lIns="91425" tIns="45700" rIns="91425" bIns="45700" anchor="t" anchorCtr="0">
            <a:noAutofit/>
          </a:bodyPr>
          <a:lstStyle/>
          <a:p>
            <a:pPr marL="342900" indent="-342900">
              <a:spcBef>
                <a:spcPts val="0"/>
              </a:spcBef>
              <a:buSzPts val="2400"/>
            </a:pPr>
            <a:r>
              <a:rPr lang="en-US"/>
              <a:t>YouTube Video The Other Pair” [3:55]</a:t>
            </a:r>
          </a:p>
          <a:p>
            <a:pPr marL="342900" indent="-342900">
              <a:spcBef>
                <a:spcPts val="0"/>
              </a:spcBef>
              <a:buSzPts val="2400"/>
            </a:pPr>
            <a:endParaRPr lang="en-US"/>
          </a:p>
          <a:p>
            <a:pPr marL="342900" indent="-342900">
              <a:spcBef>
                <a:spcPts val="0"/>
              </a:spcBef>
              <a:buSzPts val="2400"/>
            </a:pPr>
            <a:r>
              <a:rPr lang="en-US"/>
              <a:t>Think Win-Win!</a:t>
            </a:r>
          </a:p>
          <a:p>
            <a:pPr marL="342900" indent="-342900">
              <a:spcBef>
                <a:spcPts val="0"/>
              </a:spcBef>
              <a:buSzPts val="2400"/>
            </a:pPr>
            <a:r>
              <a:rPr lang="en-US"/>
              <a:t>“7 Habits of Highly Effective People,” Stephen Covey</a:t>
            </a:r>
          </a:p>
          <a:p>
            <a:pPr marL="342900" indent="-342900">
              <a:spcBef>
                <a:spcPts val="0"/>
              </a:spcBef>
              <a:buSzPts val="2400"/>
            </a:pPr>
            <a:r>
              <a:rPr lang="en-US"/>
              <a:t>(Habit #4)</a:t>
            </a:r>
          </a:p>
          <a:p>
            <a:pPr marL="342900" indent="-342900">
              <a:spcBef>
                <a:spcPts val="0"/>
              </a:spcBef>
              <a:buSzPts val="2400"/>
            </a:pPr>
            <a:r>
              <a:rPr lang="en-US"/>
              <a:t>YouTube Video [6:12]</a:t>
            </a:r>
          </a:p>
          <a:p>
            <a:pPr marL="342900" indent="-342900">
              <a:spcBef>
                <a:spcPts val="0"/>
              </a:spcBef>
              <a:buSzPts val="2400"/>
            </a:pPr>
            <a:endParaRPr lang="en-US"/>
          </a:p>
          <a:p>
            <a:pPr marL="342900" indent="-342900">
              <a:spcBef>
                <a:spcPts val="0"/>
              </a:spcBef>
              <a:buSzPts val="2400"/>
            </a:pPr>
            <a:endParaRPr lang="en-US"/>
          </a:p>
          <a:p>
            <a:pPr marL="342900" indent="-342900">
              <a:spcBef>
                <a:spcPts val="0"/>
              </a:spcBef>
              <a:buSzPts val="2400"/>
            </a:pPr>
            <a:endParaRPr lang="en-US"/>
          </a:p>
          <a:p>
            <a:pPr marL="0" indent="0">
              <a:spcBef>
                <a:spcPts val="480"/>
              </a:spcBef>
              <a:buSzPts val="2400"/>
              <a:buNone/>
            </a:pPr>
            <a:endParaRPr lang="en-US" dirty="0"/>
          </a:p>
        </p:txBody>
      </p:sp>
    </p:spTree>
    <p:extLst>
      <p:ext uri="{BB962C8B-B14F-4D97-AF65-F5344CB8AC3E}">
        <p14:creationId xmlns:p14="http://schemas.microsoft.com/office/powerpoint/2010/main" val="16477166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2" name="Title 1">
            <a:extLst>
              <a:ext uri="{FF2B5EF4-FFF2-40B4-BE49-F238E27FC236}">
                <a16:creationId xmlns:a16="http://schemas.microsoft.com/office/drawing/2014/main" id="{A980C643-3716-D55B-2A50-0713B63CC13E}"/>
              </a:ext>
            </a:extLst>
          </p:cNvPr>
          <p:cNvSpPr>
            <a:spLocks noGrp="1"/>
          </p:cNvSpPr>
          <p:nvPr>
            <p:ph type="title"/>
          </p:nvPr>
        </p:nvSpPr>
        <p:spPr>
          <a:xfrm>
            <a:off x="762000" y="254000"/>
            <a:ext cx="7620000" cy="641350"/>
          </a:xfrm>
        </p:spPr>
        <p:txBody>
          <a:bodyPr/>
          <a:lstStyle/>
          <a:p>
            <a:r>
              <a:rPr lang="en-US" sz="3600" b="1" dirty="0">
                <a:solidFill>
                  <a:srgbClr val="000000"/>
                </a:solidFill>
                <a:latin typeface="Arial" panose="020B0604020202020204" pitchFamily="34" charset="0"/>
              </a:rPr>
              <a:t>Hello and Welcome! (3 of 4)</a:t>
            </a:r>
          </a:p>
        </p:txBody>
      </p:sp>
      <p:sp>
        <p:nvSpPr>
          <p:cNvPr id="57" name="Google Shape;57;p13"/>
          <p:cNvSpPr txBox="1">
            <a:spLocks noGrp="1"/>
          </p:cNvSpPr>
          <p:nvPr>
            <p:ph type="body" idx="1"/>
          </p:nvPr>
        </p:nvSpPr>
        <p:spPr>
          <a:xfrm>
            <a:off x="457200" y="1002075"/>
            <a:ext cx="8229600" cy="5026200"/>
          </a:xfrm>
          <a:prstGeom prst="rect">
            <a:avLst/>
          </a:prstGeom>
          <a:noFill/>
          <a:ln>
            <a:noFill/>
          </a:ln>
        </p:spPr>
        <p:txBody>
          <a:bodyPr spcFirstLastPara="1" wrap="square" lIns="91425" tIns="45700" rIns="91425" bIns="45700" anchor="t" anchorCtr="0">
            <a:noAutofit/>
          </a:bodyPr>
          <a:lstStyle/>
          <a:p>
            <a:pPr marL="0" lvl="0" indent="0">
              <a:spcBef>
                <a:spcPts val="0"/>
              </a:spcBef>
              <a:buSzPts val="2400"/>
              <a:buNone/>
            </a:pPr>
            <a:endParaRPr lang="en-US" sz="2400" dirty="0"/>
          </a:p>
          <a:p>
            <a:pPr lvl="1">
              <a:buNone/>
            </a:pPr>
            <a:r>
              <a:rPr lang="en-US" sz="3200" dirty="0"/>
              <a:t>Read Below &amp; Count the Number of F’s. </a:t>
            </a:r>
          </a:p>
          <a:p>
            <a:pPr>
              <a:buNone/>
            </a:pPr>
            <a:r>
              <a:rPr lang="en-US" dirty="0"/>
              <a:t>  </a:t>
            </a:r>
          </a:p>
          <a:p>
            <a:pPr>
              <a:buNone/>
            </a:pPr>
            <a:r>
              <a:rPr lang="en-US" dirty="0">
                <a:solidFill>
                  <a:schemeClr val="tx1"/>
                </a:solidFill>
              </a:rPr>
              <a:t>FINISHED FILES ARE THE RESULT OF YEARS OF SCIENTIFIC STUDY COMBINED WITH THE EXPERIENCE OF MANY YEARS.</a:t>
            </a:r>
            <a:endParaRPr lang="en-US" dirty="0"/>
          </a:p>
          <a:p>
            <a:pPr marL="0" indent="0">
              <a:spcBef>
                <a:spcPts val="480"/>
              </a:spcBef>
              <a:buSzPts val="2400"/>
              <a:buNone/>
            </a:pPr>
            <a:endParaRPr lang="en-US" sz="2400" dirty="0"/>
          </a:p>
        </p:txBody>
      </p:sp>
    </p:spTree>
    <p:extLst>
      <p:ext uri="{BB962C8B-B14F-4D97-AF65-F5344CB8AC3E}">
        <p14:creationId xmlns:p14="http://schemas.microsoft.com/office/powerpoint/2010/main" val="36521796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2" name="Title 1">
            <a:extLst>
              <a:ext uri="{FF2B5EF4-FFF2-40B4-BE49-F238E27FC236}">
                <a16:creationId xmlns:a16="http://schemas.microsoft.com/office/drawing/2014/main" id="{3770DF53-334F-DA6A-80C1-0D498E4CF690}"/>
              </a:ext>
            </a:extLst>
          </p:cNvPr>
          <p:cNvSpPr>
            <a:spLocks noGrp="1"/>
          </p:cNvSpPr>
          <p:nvPr>
            <p:ph type="title"/>
          </p:nvPr>
        </p:nvSpPr>
        <p:spPr>
          <a:xfrm>
            <a:off x="762000" y="254000"/>
            <a:ext cx="7620000" cy="641350"/>
          </a:xfrm>
        </p:spPr>
        <p:txBody>
          <a:bodyPr/>
          <a:lstStyle/>
          <a:p>
            <a:r>
              <a:rPr lang="en-US" sz="3600" b="1" dirty="0">
                <a:solidFill>
                  <a:srgbClr val="000000"/>
                </a:solidFill>
                <a:latin typeface="Arial" panose="020B0604020202020204" pitchFamily="34" charset="0"/>
              </a:rPr>
              <a:t>Hello and Welcome! (4 of 4)</a:t>
            </a:r>
          </a:p>
        </p:txBody>
      </p:sp>
      <p:sp>
        <p:nvSpPr>
          <p:cNvPr id="57" name="Google Shape;57;p13"/>
          <p:cNvSpPr txBox="1">
            <a:spLocks noGrp="1"/>
          </p:cNvSpPr>
          <p:nvPr>
            <p:ph type="body" idx="1"/>
          </p:nvPr>
        </p:nvSpPr>
        <p:spPr>
          <a:xfrm>
            <a:off x="457200" y="1002075"/>
            <a:ext cx="8229600" cy="5026200"/>
          </a:xfrm>
          <a:prstGeom prst="rect">
            <a:avLst/>
          </a:prstGeom>
          <a:noFill/>
          <a:ln>
            <a:noFill/>
          </a:ln>
        </p:spPr>
        <p:txBody>
          <a:bodyPr spcFirstLastPara="1" wrap="square" lIns="91425" tIns="45700" rIns="91425" bIns="45700" anchor="t" anchorCtr="0">
            <a:noAutofit/>
          </a:bodyPr>
          <a:lstStyle/>
          <a:p>
            <a:pPr lvl="1">
              <a:buNone/>
            </a:pPr>
            <a:r>
              <a:rPr lang="en-US" sz="3200" dirty="0"/>
              <a:t>Read Below &amp; Count the Number of F’s. </a:t>
            </a:r>
          </a:p>
          <a:p>
            <a:pPr lvl="1">
              <a:buNone/>
            </a:pPr>
            <a:endParaRPr lang="en-US" sz="3200" dirty="0"/>
          </a:p>
          <a:p>
            <a:pPr>
              <a:buNone/>
            </a:pPr>
            <a:r>
              <a:rPr lang="en-US" dirty="0"/>
              <a:t>  </a:t>
            </a:r>
            <a:r>
              <a:rPr lang="en-US" dirty="0">
                <a:solidFill>
                  <a:srgbClr val="A00000"/>
                </a:solidFill>
              </a:rPr>
              <a:t>F</a:t>
            </a:r>
            <a:r>
              <a:rPr lang="en-US" dirty="0"/>
              <a:t>INISHED </a:t>
            </a:r>
            <a:r>
              <a:rPr lang="en-US" dirty="0">
                <a:solidFill>
                  <a:srgbClr val="A00000"/>
                </a:solidFill>
              </a:rPr>
              <a:t>F</a:t>
            </a:r>
            <a:r>
              <a:rPr lang="en-US" dirty="0"/>
              <a:t>ILES ARE THE RESULT O</a:t>
            </a:r>
            <a:r>
              <a:rPr lang="en-US" dirty="0">
                <a:solidFill>
                  <a:srgbClr val="A00000"/>
                </a:solidFill>
              </a:rPr>
              <a:t>F</a:t>
            </a:r>
            <a:r>
              <a:rPr lang="en-US" dirty="0"/>
              <a:t> YEARS O</a:t>
            </a:r>
            <a:r>
              <a:rPr lang="en-US" dirty="0">
                <a:solidFill>
                  <a:srgbClr val="A00000"/>
                </a:solidFill>
              </a:rPr>
              <a:t>F</a:t>
            </a:r>
            <a:r>
              <a:rPr lang="en-US" dirty="0"/>
              <a:t> SCIENTI</a:t>
            </a:r>
            <a:r>
              <a:rPr lang="en-US" dirty="0">
                <a:solidFill>
                  <a:srgbClr val="A00000"/>
                </a:solidFill>
              </a:rPr>
              <a:t>F</a:t>
            </a:r>
            <a:r>
              <a:rPr lang="en-US" dirty="0"/>
              <a:t>IC STUDY COMBINED WITH THE EXPERIENCE O</a:t>
            </a:r>
            <a:r>
              <a:rPr lang="en-US" dirty="0">
                <a:solidFill>
                  <a:srgbClr val="A00000"/>
                </a:solidFill>
              </a:rPr>
              <a:t>F</a:t>
            </a:r>
            <a:r>
              <a:rPr lang="en-US" dirty="0"/>
              <a:t> MANY YEARS.</a:t>
            </a:r>
          </a:p>
          <a:p>
            <a:pPr>
              <a:buNone/>
            </a:pPr>
            <a:endParaRPr lang="en-US" dirty="0"/>
          </a:p>
          <a:p>
            <a:pPr algn="ctr">
              <a:buNone/>
            </a:pPr>
            <a:r>
              <a:rPr lang="en-US" dirty="0"/>
              <a:t>Programmer needs </a:t>
            </a:r>
          </a:p>
          <a:p>
            <a:pPr algn="ctr">
              <a:buNone/>
            </a:pPr>
            <a:r>
              <a:rPr lang="en-US" dirty="0">
                <a:highlight>
                  <a:srgbClr val="FFFF00"/>
                </a:highlight>
              </a:rPr>
              <a:t>Focus and Attention to Details</a:t>
            </a:r>
          </a:p>
          <a:p>
            <a:pPr>
              <a:buNone/>
            </a:pPr>
            <a:endParaRPr lang="en-US" dirty="0"/>
          </a:p>
          <a:p>
            <a:pPr marL="0" indent="0">
              <a:spcBef>
                <a:spcPts val="480"/>
              </a:spcBef>
              <a:buSzPts val="2400"/>
              <a:buNone/>
            </a:pPr>
            <a:endParaRPr lang="en-US" sz="2400" dirty="0"/>
          </a:p>
        </p:txBody>
      </p:sp>
    </p:spTree>
    <p:extLst>
      <p:ext uri="{BB962C8B-B14F-4D97-AF65-F5344CB8AC3E}">
        <p14:creationId xmlns:p14="http://schemas.microsoft.com/office/powerpoint/2010/main" val="3200415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3" name="Title 2">
            <a:extLst>
              <a:ext uri="{FF2B5EF4-FFF2-40B4-BE49-F238E27FC236}">
                <a16:creationId xmlns:a16="http://schemas.microsoft.com/office/drawing/2014/main" id="{DF627614-9E47-5FE1-DBD5-8F0B8C57975B}"/>
              </a:ext>
            </a:extLst>
          </p:cNvPr>
          <p:cNvSpPr>
            <a:spLocks noGrp="1"/>
          </p:cNvSpPr>
          <p:nvPr>
            <p:ph type="title"/>
          </p:nvPr>
        </p:nvSpPr>
        <p:spPr>
          <a:xfrm>
            <a:off x="762000" y="254000"/>
            <a:ext cx="7620000" cy="641350"/>
          </a:xfrm>
        </p:spPr>
        <p:txBody>
          <a:bodyPr/>
          <a:lstStyle/>
          <a:p>
            <a:r>
              <a:rPr lang="en-US" sz="3600" b="1" dirty="0">
                <a:solidFill>
                  <a:srgbClr val="000000"/>
                </a:solidFill>
                <a:latin typeface="Arial" panose="020B0604020202020204" pitchFamily="34" charset="0"/>
              </a:rPr>
              <a:t>With an End Goal in Mind &amp; …</a:t>
            </a:r>
          </a:p>
        </p:txBody>
      </p:sp>
      <p:sp>
        <p:nvSpPr>
          <p:cNvPr id="57" name="Google Shape;57;p13"/>
          <p:cNvSpPr txBox="1">
            <a:spLocks noGrp="1"/>
          </p:cNvSpPr>
          <p:nvPr>
            <p:ph type="body" idx="1"/>
          </p:nvPr>
        </p:nvSpPr>
        <p:spPr>
          <a:xfrm>
            <a:off x="63966" y="747123"/>
            <a:ext cx="8605900" cy="5726271"/>
          </a:xfrm>
          <a:prstGeom prst="rect">
            <a:avLst/>
          </a:prstGeom>
          <a:noFill/>
          <a:ln>
            <a:noFill/>
          </a:ln>
        </p:spPr>
        <p:txBody>
          <a:bodyPr spcFirstLastPara="1" wrap="square" lIns="91425" tIns="45700" rIns="91425" bIns="45700" anchor="t" anchorCtr="0">
            <a:noAutofit/>
          </a:bodyPr>
          <a:lstStyle/>
          <a:p>
            <a:r>
              <a:rPr lang="en-US" sz="1800">
                <a:latin typeface="+mn-lt"/>
                <a:cs typeface="Calibri" panose="020F0502020204030204" pitchFamily="34" charset="0"/>
              </a:rPr>
              <a:t>YouTube Video [5:49, 081721] Inside the lab: How does Atlas work?</a:t>
            </a:r>
          </a:p>
          <a:p>
            <a:r>
              <a:rPr lang="en-US" sz="1800">
                <a:latin typeface="+mn-lt"/>
                <a:cs typeface="Calibri" panose="020F0502020204030204" pitchFamily="34" charset="0"/>
              </a:rPr>
              <a:t>YouTube Video [9:46, 011823] Inside the Lab: Taking Atlas From Sim to Scaffold</a:t>
            </a:r>
          </a:p>
          <a:p>
            <a:r>
              <a:rPr lang="en-US" sz="1800">
                <a:latin typeface="+mn-lt"/>
                <a:cs typeface="Calibri" panose="020F0502020204030204" pitchFamily="34" charset="0"/>
              </a:rPr>
              <a:t>YouTube Video Tesla Bot Is OFFICIALLY Ahead Of Boston Dynamics! [8:53, 061323]</a:t>
            </a:r>
          </a:p>
          <a:p>
            <a:r>
              <a:rPr lang="en-US" sz="1800">
                <a:latin typeface="+mn-lt"/>
                <a:cs typeface="Calibri" panose="020F0502020204030204" pitchFamily="34" charset="0"/>
              </a:rPr>
              <a:t>You be the judge…</a:t>
            </a:r>
          </a:p>
          <a:p>
            <a:r>
              <a:rPr lang="en-US" sz="1800">
                <a:latin typeface="+mn-lt"/>
                <a:cs typeface="Calibri" panose="020F0502020204030204" pitchFamily="34" charset="0"/>
              </a:rPr>
              <a:t>Tesla Official Site</a:t>
            </a:r>
          </a:p>
          <a:p>
            <a:r>
              <a:rPr lang="en-US" sz="1800">
                <a:latin typeface="+mn-lt"/>
                <a:cs typeface="Calibri" panose="020F0502020204030204" pitchFamily="34" charset="0"/>
              </a:rPr>
              <a:t>Interesting Engineering Article [1:18, 092323]</a:t>
            </a:r>
          </a:p>
          <a:p>
            <a:r>
              <a:rPr lang="en-US" sz="1800">
                <a:latin typeface="+mn-lt"/>
                <a:cs typeface="Calibri" panose="020F0502020204030204" pitchFamily="34" charset="0"/>
              </a:rPr>
              <a:t>Reddit Discussion - Boston Dynamics, Spot</a:t>
            </a:r>
          </a:p>
          <a:p>
            <a:r>
              <a:rPr lang="en-US" sz="1800">
                <a:latin typeface="+mn-lt"/>
                <a:cs typeface="Calibri" panose="020F0502020204030204" pitchFamily="34" charset="0"/>
              </a:rPr>
              <a:t>YouTube Video Getting a Leg up with End-to-end Neural Networks | Boston Dynamics [082025]</a:t>
            </a:r>
          </a:p>
          <a:p>
            <a:r>
              <a:rPr lang="en-US" sz="1800">
                <a:latin typeface="+mn-lt"/>
                <a:cs typeface="Calibri" panose="020F0502020204030204" pitchFamily="34" charset="0"/>
              </a:rPr>
              <a:t>YouTube Video How does Atlas learn? [051826]</a:t>
            </a:r>
          </a:p>
          <a:p>
            <a:r>
              <a:rPr lang="en-US" sz="1800">
                <a:latin typeface="+mn-lt"/>
                <a:cs typeface="Calibri" panose="020F0502020204030204" pitchFamily="34" charset="0"/>
              </a:rPr>
              <a:t>YouTube Video Robotica</a:t>
            </a:r>
          </a:p>
          <a:p>
            <a:r>
              <a:rPr lang="en-US" sz="1800">
                <a:latin typeface="+mn-lt"/>
                <a:cs typeface="Calibri" panose="020F0502020204030204" pitchFamily="34" charset="0"/>
              </a:rPr>
              <a:t>In any case, think critically and …</a:t>
            </a:r>
          </a:p>
          <a:p>
            <a:endParaRPr lang="en-US" sz="1800">
              <a:latin typeface="+mn-lt"/>
              <a:cs typeface="Calibri" panose="020F0502020204030204" pitchFamily="34" charset="0"/>
            </a:endParaRPr>
          </a:p>
          <a:p>
            <a:pPr marL="25400" indent="0">
              <a:buNone/>
            </a:pPr>
            <a:endParaRPr lang="en-US" sz="1800" dirty="0">
              <a:latin typeface="+mn-lt"/>
            </a:endParaRPr>
          </a:p>
        </p:txBody>
      </p:sp>
      <p:pic>
        <p:nvPicPr>
          <p:cNvPr id="2" name="Picture 1" descr="Informative graphic on With an End Goal in Mind &amp; … showing: https://www.youtube.com/watch?v=EezdinoG4mk [5:49, 081721] Inside the lab: How does Atlas work?&#10;https://www.youtube.com/watch?v=XPVC4IyRTG8 [9:46, 011823] Inside the Lab: Taking Atlas From Sim to Scaffold&#10;https://www.youtube.com/watch?v=85UXKLvDpAA Tesla Bot Is OFFICIALLY Ahead Of Boston Dynamics! [8:53, 061323]&#10;You be the judge…&#10;https://www.tesla.com/AI&#10;https://interestingengineering.com/innovation/teslabot-shows-off-new-skills-in-latest-video [1:18, 092323]&#10;https://www.reddit.com/r/robotics/comments/1qec4lq/boston_dynamics_spot_in_2025/ - Boston Dynamics, Spot&#10;https://www.youtube.com/watch?v=HYwekersccY Getting a Leg up with End-to-end Neural Networks | Boston Dynamics [082025]&#10;https://www.youtube.com/shorts/lJslauzX39M How does Atlas learn? [051826]&#10;https://www.youtube.com/shorts/Uy8R_3aWdJo Robotica&#10;In any case, think critically and …; https://ytlarge.com/youtube/video-data-viewer/  - to find out ytube upload date; With an End Goal in Mind &amp; …." title="With an End Goal in Mind &amp; … Graphic">
            <a:extLst>
              <a:ext uri="{FF2B5EF4-FFF2-40B4-BE49-F238E27FC236}">
                <a16:creationId xmlns:a16="http://schemas.microsoft.com/office/drawing/2014/main" id="{0C27FB4F-4F9C-44B1-A51C-8F6BB28A0D9E}"/>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7569461" y="5630334"/>
            <a:ext cx="964275" cy="1227666"/>
          </a:xfrm>
          <a:prstGeom prst="rect">
            <a:avLst/>
          </a:prstGeom>
        </p:spPr>
      </p:pic>
      <p:sp>
        <p:nvSpPr>
          <p:cNvPr id="5" name="TextBox 4">
            <a:extLst>
              <a:ext uri="{FF2B5EF4-FFF2-40B4-BE49-F238E27FC236}">
                <a16:creationId xmlns:a16="http://schemas.microsoft.com/office/drawing/2014/main" id="{EA0340CE-60A4-1664-5BB3-D1DEE3F47A37}"/>
              </a:ext>
            </a:extLst>
          </p:cNvPr>
          <p:cNvSpPr txBox="1"/>
          <p:nvPr/>
        </p:nvSpPr>
        <p:spPr>
          <a:xfrm>
            <a:off x="1092401" y="6604000"/>
            <a:ext cx="6360382" cy="307777"/>
          </a:xfrm>
          <a:prstGeom prst="rect">
            <a:avLst/>
          </a:prstGeom>
          <a:noFill/>
        </p:spPr>
        <p:txBody>
          <a:bodyPr wrap="square">
            <a:spAutoFit/>
          </a:bodyPr>
          <a:lstStyle/>
          <a:p>
            <a:r>
              <a:rPr lang="en-US"/>
              <a:t>Ytlarge: Video Data Viewer  - to find out ytube upload date</a:t>
            </a:r>
            <a:endParaRPr lang="en-US" dirty="0"/>
          </a:p>
        </p:txBody>
      </p:sp>
    </p:spTree>
    <p:extLst>
      <p:ext uri="{BB962C8B-B14F-4D97-AF65-F5344CB8AC3E}">
        <p14:creationId xmlns:p14="http://schemas.microsoft.com/office/powerpoint/2010/main" val="3791530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D78BE-B21C-24B0-BAEB-411E213DA852}"/>
              </a:ext>
            </a:extLst>
          </p:cNvPr>
          <p:cNvSpPr>
            <a:spLocks noGrp="1"/>
          </p:cNvSpPr>
          <p:nvPr>
            <p:ph type="title"/>
          </p:nvPr>
        </p:nvSpPr>
        <p:spPr>
          <a:xfrm>
            <a:off x="883579" y="178131"/>
            <a:ext cx="7294650" cy="641350"/>
          </a:xfrm>
        </p:spPr>
        <p:txBody>
          <a:bodyPr/>
          <a:lstStyle/>
          <a:p>
            <a:r>
              <a:rPr lang="en-US" sz="3600" b="1" dirty="0">
                <a:solidFill>
                  <a:srgbClr val="000000"/>
                </a:solidFill>
                <a:latin typeface="Arial" panose="020B0604020202020204" pitchFamily="34" charset="0"/>
              </a:rPr>
              <a:t>About Computer Screens </a:t>
            </a:r>
          </a:p>
        </p:txBody>
      </p:sp>
      <p:pic>
        <p:nvPicPr>
          <p:cNvPr id="5" name="Picture 4" descr="Informative graphic on About Computer Screens showing: About Computer Screens." title="About Computer Screens Graphic">
            <a:extLst>
              <a:ext uri="{FF2B5EF4-FFF2-40B4-BE49-F238E27FC236}">
                <a16:creationId xmlns:a16="http://schemas.microsoft.com/office/drawing/2014/main" id="{4BDE77E2-4A6B-5CD1-7491-6C31308C0480}"/>
              </a:ext>
              <a:ext uri="{C183D7F6-B498-43B3-948B-1728B52AA6E4}">
                <adec:decorative xmlns:adec="http://schemas.microsoft.com/office/drawing/2017/decorative" val="0"/>
              </a:ext>
            </a:extLst>
          </p:cNvPr>
          <p:cNvPicPr>
            <a:picLocks noChangeAspect="1"/>
          </p:cNvPicPr>
          <p:nvPr/>
        </p:nvPicPr>
        <p:blipFill>
          <a:blip r:embed="rId2"/>
          <a:stretch>
            <a:fillRect/>
          </a:stretch>
        </p:blipFill>
        <p:spPr>
          <a:xfrm>
            <a:off x="-271796" y="644554"/>
            <a:ext cx="5389402" cy="3796164"/>
          </a:xfrm>
          <a:prstGeom prst="rect">
            <a:avLst/>
          </a:prstGeom>
        </p:spPr>
      </p:pic>
      <p:pic>
        <p:nvPicPr>
          <p:cNvPr id="7" name="Picture 6" descr="Informative graphic on About Computer Screens showing: About Computer Screens." title="About Computer Screens Graphic">
            <a:extLst>
              <a:ext uri="{FF2B5EF4-FFF2-40B4-BE49-F238E27FC236}">
                <a16:creationId xmlns:a16="http://schemas.microsoft.com/office/drawing/2014/main" id="{78187A43-DAC6-F544-989F-C1CF0C1260AE}"/>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3956491" y="2945182"/>
            <a:ext cx="5268110" cy="1495536"/>
          </a:xfrm>
          <a:prstGeom prst="rect">
            <a:avLst/>
          </a:prstGeom>
        </p:spPr>
      </p:pic>
      <p:pic>
        <p:nvPicPr>
          <p:cNvPr id="10" name="Picture 9" descr="Informative graphic on About Computer Screens showing: About Computer Screens." title="About Computer Screens Graphic">
            <a:extLst>
              <a:ext uri="{FF2B5EF4-FFF2-40B4-BE49-F238E27FC236}">
                <a16:creationId xmlns:a16="http://schemas.microsoft.com/office/drawing/2014/main" id="{0414A3A0-F710-D7CB-D212-51FA3118C294}"/>
              </a:ext>
              <a:ext uri="{C183D7F6-B498-43B3-948B-1728B52AA6E4}">
                <adec:decorative xmlns:adec="http://schemas.microsoft.com/office/drawing/2017/decorative" val="0"/>
              </a:ext>
            </a:extLst>
          </p:cNvPr>
          <p:cNvPicPr>
            <a:picLocks noChangeAspect="1"/>
          </p:cNvPicPr>
          <p:nvPr/>
        </p:nvPicPr>
        <p:blipFill>
          <a:blip r:embed="rId4"/>
          <a:stretch>
            <a:fillRect/>
          </a:stretch>
        </p:blipFill>
        <p:spPr>
          <a:xfrm>
            <a:off x="2026463" y="4440718"/>
            <a:ext cx="5380221" cy="2323546"/>
          </a:xfrm>
          <a:prstGeom prst="rect">
            <a:avLst/>
          </a:prstGeom>
        </p:spPr>
      </p:pic>
    </p:spTree>
    <p:extLst>
      <p:ext uri="{BB962C8B-B14F-4D97-AF65-F5344CB8AC3E}">
        <p14:creationId xmlns:p14="http://schemas.microsoft.com/office/powerpoint/2010/main" val="26737131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2" name="Title 1">
            <a:extLst>
              <a:ext uri="{FF2B5EF4-FFF2-40B4-BE49-F238E27FC236}">
                <a16:creationId xmlns:a16="http://schemas.microsoft.com/office/drawing/2014/main" id="{451F89E7-31A7-89AE-E9A3-D3258E8B0D0F}"/>
              </a:ext>
            </a:extLst>
          </p:cNvPr>
          <p:cNvSpPr>
            <a:spLocks noGrp="1"/>
          </p:cNvSpPr>
          <p:nvPr>
            <p:ph type="title"/>
          </p:nvPr>
        </p:nvSpPr>
        <p:spPr>
          <a:xfrm>
            <a:off x="127000" y="-1270000"/>
            <a:ext cx="8890000" cy="508000"/>
          </a:xfrm>
        </p:spPr>
        <p:txBody>
          <a:bodyPr/>
          <a:lstStyle/>
          <a:p>
            <a:r>
              <a:rPr lang="en-US" dirty="0"/>
              <a:t>The Syllabus A Must Read Incl....</a:t>
            </a:r>
          </a:p>
        </p:txBody>
      </p:sp>
      <p:sp>
        <p:nvSpPr>
          <p:cNvPr id="170" name="Google Shape;170;p26"/>
          <p:cNvSpPr txBox="1">
            <a:spLocks noGrp="1"/>
          </p:cNvSpPr>
          <p:nvPr>
            <p:ph type="body" idx="1"/>
          </p:nvPr>
        </p:nvSpPr>
        <p:spPr>
          <a:xfrm>
            <a:off x="341211" y="1526524"/>
            <a:ext cx="8461578" cy="4417076"/>
          </a:xfrm>
          <a:prstGeom prst="rect">
            <a:avLst/>
          </a:prstGeom>
          <a:noFill/>
          <a:ln>
            <a:noFill/>
          </a:ln>
        </p:spPr>
        <p:txBody>
          <a:bodyPr spcFirstLastPara="1" wrap="square" lIns="91425" tIns="45700" rIns="91425" bIns="45700" anchor="t" anchorCtr="0">
            <a:noAutofit/>
          </a:bodyPr>
          <a:lstStyle/>
          <a:p>
            <a:pPr marL="0" indent="0" algn="ctr">
              <a:spcBef>
                <a:spcPts val="0"/>
              </a:spcBef>
              <a:buSzPts val="2400"/>
              <a:buNone/>
            </a:pPr>
            <a:r>
              <a:rPr lang="en-US" b="1" dirty="0"/>
              <a:t>The Syllabus</a:t>
            </a:r>
          </a:p>
          <a:p>
            <a:pPr marL="0" indent="0" algn="ctr">
              <a:spcBef>
                <a:spcPts val="0"/>
              </a:spcBef>
              <a:buSzPts val="2400"/>
              <a:buNone/>
            </a:pPr>
            <a:r>
              <a:rPr lang="en-US" sz="2800" b="1" i="1" dirty="0">
                <a:solidFill>
                  <a:schemeClr val="tx1"/>
                </a:solidFill>
                <a:highlight>
                  <a:srgbClr val="FFFF00"/>
                </a:highlight>
              </a:rPr>
              <a:t>A Must Read</a:t>
            </a:r>
          </a:p>
          <a:p>
            <a:pPr marL="0" indent="0" algn="ctr">
              <a:spcBef>
                <a:spcPts val="0"/>
              </a:spcBef>
              <a:buSzPts val="2400"/>
              <a:buNone/>
            </a:pPr>
            <a:endParaRPr lang="en-US" sz="2800" b="1" i="1" dirty="0">
              <a:solidFill>
                <a:schemeClr val="tx1"/>
              </a:solidFill>
              <a:highlight>
                <a:srgbClr val="FFFF00"/>
              </a:highlight>
            </a:endParaRPr>
          </a:p>
          <a:p>
            <a:pPr marL="342900" indent="-342900">
              <a:spcBef>
                <a:spcPts val="0"/>
              </a:spcBef>
              <a:buSzPts val="2400"/>
            </a:pPr>
            <a:r>
              <a:rPr lang="en-US" sz="2400" b="1" dirty="0"/>
              <a:t>Incl. </a:t>
            </a:r>
            <a:r>
              <a:rPr lang="en-US" sz="2400" b="1" i="1" dirty="0">
                <a:solidFill>
                  <a:srgbClr val="A00000"/>
                </a:solidFill>
              </a:rPr>
              <a:t>Semester @ a Glance </a:t>
            </a:r>
            <a:r>
              <a:rPr lang="en-US" sz="2400" b="1" i="1" dirty="0"/>
              <a:t>(topics &amp; </a:t>
            </a:r>
            <a:r>
              <a:rPr lang="en-US" sz="2400" b="1" i="1" dirty="0">
                <a:solidFill>
                  <a:srgbClr val="A00000"/>
                </a:solidFill>
              </a:rPr>
              <a:t>assignments</a:t>
            </a:r>
            <a:r>
              <a:rPr lang="en-US" sz="2400" b="1" i="1" dirty="0"/>
              <a:t>)</a:t>
            </a:r>
          </a:p>
          <a:p>
            <a:pPr marL="342900" indent="-342900">
              <a:spcBef>
                <a:spcPts val="0"/>
              </a:spcBef>
              <a:buSzPts val="2400"/>
            </a:pPr>
            <a:r>
              <a:rPr lang="en-US" sz="2400" b="1" dirty="0"/>
              <a:t>Importance of </a:t>
            </a:r>
            <a:r>
              <a:rPr lang="en-US" sz="2400" b="1" i="1" dirty="0"/>
              <a:t>Terms, Definitions, &amp; Concepts (</a:t>
            </a:r>
            <a:r>
              <a:rPr lang="en-US" sz="2400" b="1" i="1" dirty="0">
                <a:solidFill>
                  <a:srgbClr val="A00000"/>
                </a:solidFill>
              </a:rPr>
              <a:t>TDC</a:t>
            </a:r>
            <a:r>
              <a:rPr lang="en-US" sz="2400" b="1" i="1" dirty="0"/>
              <a:t>) </a:t>
            </a:r>
            <a:endParaRPr lang="en-US" sz="2400" b="1" dirty="0"/>
          </a:p>
          <a:p>
            <a:pPr marL="342900" indent="-342900">
              <a:spcBef>
                <a:spcPts val="0"/>
              </a:spcBef>
              <a:buSzPts val="2400"/>
            </a:pPr>
            <a:r>
              <a:rPr lang="en-US" sz="2400" b="1" dirty="0"/>
              <a:t>Test #1 and #2: one cheat sheet, double-sided allowed (standard letter size, 8.5”x11”)</a:t>
            </a:r>
          </a:p>
          <a:p>
            <a:pPr marL="342900" indent="-342900">
              <a:spcBef>
                <a:spcPts val="0"/>
              </a:spcBef>
              <a:buSzPts val="2400"/>
            </a:pPr>
            <a:r>
              <a:rPr lang="en-US" sz="2400" b="1" dirty="0"/>
              <a:t>Term Project Presentation: a </a:t>
            </a:r>
            <a:r>
              <a:rPr lang="en-US" sz="2400" b="1" dirty="0">
                <a:solidFill>
                  <a:srgbClr val="A00000"/>
                </a:solidFill>
              </a:rPr>
              <a:t>game</a:t>
            </a:r>
            <a:r>
              <a:rPr lang="en-US" sz="2400" b="1" dirty="0"/>
              <a:t> implemented in Alice2 that meets requirements </a:t>
            </a:r>
            <a:r>
              <a:rPr lang="en-US" sz="2400" b="1" dirty="0" err="1"/>
              <a:t>s.a.</a:t>
            </a:r>
            <a:r>
              <a:rPr lang="en-US" sz="2400" b="1" dirty="0"/>
              <a:t> # of created methods, functions, events, etc.</a:t>
            </a:r>
            <a:endParaRPr lang="en-US" dirty="0"/>
          </a:p>
        </p:txBody>
      </p:sp>
    </p:spTree>
    <p:extLst>
      <p:ext uri="{BB962C8B-B14F-4D97-AF65-F5344CB8AC3E}">
        <p14:creationId xmlns:p14="http://schemas.microsoft.com/office/powerpoint/2010/main" val="20500376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2" name="Title 1">
            <a:extLst>
              <a:ext uri="{FF2B5EF4-FFF2-40B4-BE49-F238E27FC236}">
                <a16:creationId xmlns:a16="http://schemas.microsoft.com/office/drawing/2014/main" id="{24213DDD-5234-FAA3-7CBB-9EB013785CDA}"/>
              </a:ext>
            </a:extLst>
          </p:cNvPr>
          <p:cNvSpPr>
            <a:spLocks noGrp="1"/>
          </p:cNvSpPr>
          <p:nvPr>
            <p:ph type="title"/>
          </p:nvPr>
        </p:nvSpPr>
        <p:spPr>
          <a:xfrm>
            <a:off x="762000" y="254000"/>
            <a:ext cx="7620000" cy="641350"/>
          </a:xfrm>
        </p:spPr>
        <p:txBody>
          <a:bodyPr/>
          <a:lstStyle/>
          <a:p>
            <a:r>
              <a:rPr lang="en-US" sz="3600" b="1" dirty="0">
                <a:solidFill>
                  <a:srgbClr val="000000"/>
                </a:solidFill>
                <a:latin typeface="Arial" panose="020B0604020202020204" pitchFamily="34" charset="0"/>
              </a:rPr>
              <a:t>Getting Started</a:t>
            </a:r>
          </a:p>
        </p:txBody>
      </p:sp>
      <p:sp>
        <p:nvSpPr>
          <p:cNvPr id="57" name="Google Shape;57;p13"/>
          <p:cNvSpPr txBox="1">
            <a:spLocks noGrp="1"/>
          </p:cNvSpPr>
          <p:nvPr>
            <p:ph type="body" idx="1"/>
          </p:nvPr>
        </p:nvSpPr>
        <p:spPr>
          <a:xfrm>
            <a:off x="98396" y="799098"/>
            <a:ext cx="9045604" cy="5026200"/>
          </a:xfrm>
          <a:prstGeom prst="rect">
            <a:avLst/>
          </a:prstGeom>
          <a:noFill/>
          <a:ln>
            <a:noFill/>
          </a:ln>
        </p:spPr>
        <p:txBody>
          <a:bodyPr spcFirstLastPara="1" wrap="square" lIns="91425" tIns="45700" rIns="91425" bIns="45700" anchor="t" anchorCtr="0">
            <a:noAutofit/>
          </a:bodyPr>
          <a:lstStyle/>
          <a:p>
            <a:pPr marL="342900" indent="-342900"/>
            <a:r>
              <a:rPr lang="en-US" sz="1600"/>
              <a:t>Text Book: Learning to Program in Alice, 3rd Edition</a:t>
            </a:r>
          </a:p>
          <a:p>
            <a:pPr marL="342900" indent="-342900"/>
            <a:r>
              <a:rPr lang="en-US" sz="1600"/>
              <a:t>Get familiar with the textbook design: chapter headings (Contents), Index/indices, front &amp; back cover (has special cross-references), color fonts, Tips &amp; Techniques, Summary, Concepts, Programming Terms, Animation Terms, Questions, Exercises, etc.</a:t>
            </a:r>
          </a:p>
          <a:p>
            <a:pPr marL="342900" indent="-342900"/>
            <a:r>
              <a:rPr lang="en-US" sz="1600"/>
              <a:t>Blue/green font indicates a new term. </a:t>
            </a:r>
          </a:p>
          <a:p>
            <a:pPr marL="342900" indent="-342900"/>
            <a:r>
              <a:rPr lang="en-US" sz="1600"/>
              <a:t>Cross-reference between the chapters (concepts) and Appendix (software tool tutorial and usage examples).</a:t>
            </a:r>
          </a:p>
          <a:p>
            <a:pPr marL="342900" indent="-342900"/>
            <a:r>
              <a:rPr lang="en-US" sz="1600"/>
              <a:t>In Appendix, red fonts and circles tell you where to look in the Alice tool screen panel(s).</a:t>
            </a:r>
          </a:p>
          <a:p>
            <a:pPr marL="342900" indent="-342900"/>
            <a:r>
              <a:rPr lang="en-US" sz="1600"/>
              <a:t>Google term, vocabulary, that are new to you, record in your cheat sheet (Terms &amp; Definition, and Concept (TDC)) doc; think of TDC as your personal ‘dictionary.’ </a:t>
            </a:r>
          </a:p>
          <a:p>
            <a:pPr marL="342900" indent="-342900"/>
            <a:r>
              <a:rPr lang="en-US" sz="1600"/>
              <a:t>You can search for more ‘technical’ definitions of terms in PCMag Encyclopedia</a:t>
            </a:r>
          </a:p>
          <a:p>
            <a:pPr marL="342900" indent="-342900"/>
            <a:r>
              <a:rPr lang="en-US" sz="1600"/>
              <a:t>Tool (Software): Alice-2  See special Hardware and setup related notes in Bb&gt;Course Info.</a:t>
            </a:r>
          </a:p>
          <a:p>
            <a:pPr marL="342900" indent="-342900"/>
            <a:r>
              <a:rPr lang="en-US" sz="1600"/>
              <a:t>Resources and References, etc.</a:t>
            </a:r>
          </a:p>
          <a:p>
            <a:pPr marL="342900" indent="-342900"/>
            <a:r>
              <a:rPr lang="en-US" sz="1600"/>
              <a:t>alice.org &gt; Resources</a:t>
            </a:r>
          </a:p>
          <a:p>
            <a:pPr marL="342900" indent="-342900"/>
            <a:r>
              <a:rPr lang="en-US" sz="1600"/>
              <a:t>Www2: Aliceglossary Pdf</a:t>
            </a:r>
          </a:p>
          <a:p>
            <a:pPr marL="342900" indent="-342900"/>
            <a:r>
              <a:rPr lang="en-US" sz="1600"/>
              <a:t>Www2: Chapter1Vocab Key Pdf</a:t>
            </a:r>
          </a:p>
          <a:p>
            <a:pPr marL="342900" indent="-342900"/>
            <a:endParaRPr lang="en-US" sz="1600"/>
          </a:p>
          <a:p>
            <a:pPr marL="0" indent="0">
              <a:buNone/>
            </a:pP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7" name="Google Shape;57;p13"/>
          <p:cNvSpPr txBox="1">
            <a:spLocks noGrp="1"/>
          </p:cNvSpPr>
          <p:nvPr>
            <p:ph type="body" idx="1"/>
          </p:nvPr>
        </p:nvSpPr>
        <p:spPr>
          <a:xfrm>
            <a:off x="171451" y="983812"/>
            <a:ext cx="9048749" cy="5940863"/>
          </a:xfrm>
          <a:prstGeom prst="rect">
            <a:avLst/>
          </a:prstGeom>
          <a:noFill/>
          <a:ln>
            <a:noFill/>
          </a:ln>
        </p:spPr>
        <p:txBody>
          <a:bodyPr spcFirstLastPara="1" wrap="square" lIns="91425" tIns="45700" rIns="91425" bIns="45700" anchor="t" anchorCtr="0">
            <a:noAutofit/>
          </a:bodyPr>
          <a:lstStyle/>
          <a:p>
            <a:pPr marL="0" indent="0">
              <a:buNone/>
            </a:pPr>
            <a:r>
              <a:rPr lang="en-US" sz="2400" dirty="0">
                <a:sym typeface="Wingdings" panose="05000000000000000000" pitchFamily="2" charset="2"/>
              </a:rPr>
              <a:t></a:t>
            </a:r>
            <a:r>
              <a:rPr lang="en-US" sz="2400" dirty="0"/>
              <a:t>Build good habits from the get-go and follow through consistently </a:t>
            </a:r>
            <a:r>
              <a:rPr lang="en-US" sz="2400" dirty="0">
                <a:sym typeface="Wingdings" panose="05000000000000000000" pitchFamily="2" charset="2"/>
              </a:rPr>
              <a:t>Remember in the industry, someone (teammates or colleagues) may need to continue your work…</a:t>
            </a:r>
            <a:endParaRPr lang="en-US" sz="2400" dirty="0"/>
          </a:p>
          <a:p>
            <a:pPr marL="342900" indent="-342900"/>
            <a:r>
              <a:rPr lang="en-US" sz="2400" dirty="0"/>
              <a:t>Naming Convention, meaningful, succinct names, for variables</a:t>
            </a:r>
          </a:p>
          <a:p>
            <a:pPr marL="800100" lvl="1" indent="-342900"/>
            <a:r>
              <a:rPr lang="en-US" sz="2400" dirty="0"/>
              <a:t>Camel case or Pascal Case</a:t>
            </a:r>
          </a:p>
          <a:p>
            <a:pPr marL="457200" lvl="1" indent="0">
              <a:buNone/>
            </a:pPr>
            <a:r>
              <a:rPr lang="en-US" sz="2400" dirty="0"/>
              <a:t>	Example: “My first animation file” </a:t>
            </a:r>
            <a:r>
              <a:rPr lang="en-US" sz="2400" dirty="0">
                <a:sym typeface="Wingdings" panose="05000000000000000000" pitchFamily="2" charset="2"/>
              </a:rPr>
              <a:t> </a:t>
            </a:r>
            <a:r>
              <a:rPr lang="en-US" sz="2400" dirty="0" err="1">
                <a:sym typeface="Wingdings" panose="05000000000000000000" pitchFamily="2" charset="2"/>
              </a:rPr>
              <a:t>MyFirstAnimationFile</a:t>
            </a:r>
            <a:endParaRPr lang="en-US" sz="2400" dirty="0">
              <a:sym typeface="Wingdings" panose="05000000000000000000" pitchFamily="2" charset="2"/>
            </a:endParaRPr>
          </a:p>
          <a:p>
            <a:pPr marL="342900" indent="-342900"/>
            <a:r>
              <a:rPr lang="en-US" sz="2400" dirty="0"/>
              <a:t>Organization</a:t>
            </a:r>
          </a:p>
          <a:p>
            <a:pPr marL="800100" lvl="1" indent="-342900"/>
            <a:r>
              <a:rPr lang="en-US" sz="2400" dirty="0"/>
              <a:t>Folder/directory </a:t>
            </a:r>
            <a:r>
              <a:rPr lang="en-US" sz="2400" dirty="0">
                <a:solidFill>
                  <a:srgbClr val="A00000"/>
                </a:solidFill>
              </a:rPr>
              <a:t>tree</a:t>
            </a:r>
            <a:r>
              <a:rPr lang="en-US" sz="2400" dirty="0"/>
              <a:t> </a:t>
            </a:r>
            <a:r>
              <a:rPr lang="en-US" sz="2400" dirty="0">
                <a:sym typeface="Wingdings" panose="05000000000000000000" pitchFamily="2" charset="2"/>
              </a:rPr>
              <a:t>Appx-A suggests creating a </a:t>
            </a:r>
            <a:r>
              <a:rPr lang="en-US" sz="2400" dirty="0" err="1">
                <a:sym typeface="Wingdings" panose="05000000000000000000" pitchFamily="2" charset="2"/>
              </a:rPr>
              <a:t>AliceWorlds</a:t>
            </a:r>
            <a:r>
              <a:rPr lang="en-US" sz="2400" dirty="0">
                <a:sym typeface="Wingdings" panose="05000000000000000000" pitchFamily="2" charset="2"/>
              </a:rPr>
              <a:t> folder </a:t>
            </a:r>
          </a:p>
          <a:p>
            <a:pPr marL="1257300" lvl="2" indent="-342900"/>
            <a:r>
              <a:rPr lang="en-US" dirty="0"/>
              <a:t>Create sub-folders for each assignment chapter for ease of search</a:t>
            </a:r>
          </a:p>
          <a:p>
            <a:pPr marL="800100" lvl="1" indent="-342900"/>
            <a:endParaRPr lang="en-US" sz="2400" dirty="0"/>
          </a:p>
          <a:p>
            <a:pPr marL="342900" indent="-342900"/>
            <a:endParaRPr lang="en-US" sz="2400" dirty="0"/>
          </a:p>
          <a:p>
            <a:pPr marL="0" indent="0">
              <a:buNone/>
            </a:pPr>
            <a:endParaRPr lang="en-US" sz="2400" dirty="0"/>
          </a:p>
        </p:txBody>
      </p:sp>
      <p:sp>
        <p:nvSpPr>
          <p:cNvPr id="2" name="Title 1">
            <a:extLst>
              <a:ext uri="{FF2B5EF4-FFF2-40B4-BE49-F238E27FC236}">
                <a16:creationId xmlns:a16="http://schemas.microsoft.com/office/drawing/2014/main" id="{E0B5AB24-1760-DA8A-D668-6AD32A5D3F37}"/>
              </a:ext>
            </a:extLst>
          </p:cNvPr>
          <p:cNvSpPr>
            <a:spLocks noGrp="1"/>
          </p:cNvSpPr>
          <p:nvPr>
            <p:ph type="title"/>
          </p:nvPr>
        </p:nvSpPr>
        <p:spPr>
          <a:xfrm>
            <a:off x="762000" y="85287"/>
            <a:ext cx="7620000" cy="641350"/>
          </a:xfrm>
        </p:spPr>
        <p:txBody>
          <a:bodyPr/>
          <a:lstStyle/>
          <a:p>
            <a:r>
              <a:rPr lang="en-US" sz="3600" b="1" dirty="0">
                <a:solidFill>
                  <a:srgbClr val="000000"/>
                </a:solidFill>
                <a:latin typeface="Arial" panose="020B0604020202020204" pitchFamily="34" charset="0"/>
              </a:rPr>
              <a:t>Best Current Practice (BCP) (1 of 2)</a:t>
            </a:r>
          </a:p>
        </p:txBody>
      </p:sp>
    </p:spTree>
    <p:extLst>
      <p:ext uri="{BB962C8B-B14F-4D97-AF65-F5344CB8AC3E}">
        <p14:creationId xmlns:p14="http://schemas.microsoft.com/office/powerpoint/2010/main" val="1876354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7">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7">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7">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7">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4" name="Title 3">
            <a:extLst>
              <a:ext uri="{FF2B5EF4-FFF2-40B4-BE49-F238E27FC236}">
                <a16:creationId xmlns:a16="http://schemas.microsoft.com/office/drawing/2014/main" id="{BBE2A117-77E7-7195-EFD7-E74B7C9AE8AB}"/>
              </a:ext>
            </a:extLst>
          </p:cNvPr>
          <p:cNvSpPr>
            <a:spLocks noGrp="1"/>
          </p:cNvSpPr>
          <p:nvPr>
            <p:ph type="title"/>
          </p:nvPr>
        </p:nvSpPr>
        <p:spPr>
          <a:xfrm>
            <a:off x="2438400" y="304800"/>
            <a:ext cx="4419600" cy="641350"/>
          </a:xfrm>
        </p:spPr>
        <p:txBody>
          <a:bodyPr/>
          <a:lstStyle/>
          <a:p>
            <a:r>
              <a:rPr lang="en-US" sz="3600" b="1" dirty="0">
                <a:solidFill>
                  <a:srgbClr val="000000"/>
                </a:solidFill>
                <a:latin typeface="Arial" panose="020B0604020202020204" pitchFamily="34" charset="0"/>
              </a:rPr>
              <a:t>A “Tree”</a:t>
            </a:r>
          </a:p>
        </p:txBody>
      </p:sp>
      <p:grpSp>
        <p:nvGrpSpPr>
          <p:cNvPr id="33" name="Group 32" descr="Grouped diagram illustrating A “Tree” with multiple visual components." title="A “Tree” Diagram">
            <a:extLst>
              <a:ext uri="{FF2B5EF4-FFF2-40B4-BE49-F238E27FC236}">
                <a16:creationId xmlns:a16="http://schemas.microsoft.com/office/drawing/2014/main" id="{04461234-AFF1-1DBC-DF8B-28F896744E49}"/>
              </a:ext>
              <a:ext uri="{C183D7F6-B498-43B3-948B-1728B52AA6E4}">
                <adec:decorative xmlns:adec="http://schemas.microsoft.com/office/drawing/2017/decorative" val="0"/>
              </a:ext>
            </a:extLst>
          </p:cNvPr>
          <p:cNvGrpSpPr/>
          <p:nvPr/>
        </p:nvGrpSpPr>
        <p:grpSpPr>
          <a:xfrm>
            <a:off x="3187261" y="1410149"/>
            <a:ext cx="2726357" cy="3756663"/>
            <a:chOff x="6283661" y="1451628"/>
            <a:chExt cx="2534255" cy="3409859"/>
          </a:xfrm>
        </p:grpSpPr>
        <p:sp>
          <p:nvSpPr>
            <p:cNvPr id="3" name="TextBox 2">
              <a:extLst>
                <a:ext uri="{FF2B5EF4-FFF2-40B4-BE49-F238E27FC236}">
                  <a16:creationId xmlns:a16="http://schemas.microsoft.com/office/drawing/2014/main" id="{F5A472EF-EEDC-E85F-32CF-5BEF16916562}"/>
                </a:ext>
              </a:extLst>
            </p:cNvPr>
            <p:cNvSpPr txBox="1"/>
            <p:nvPr/>
          </p:nvSpPr>
          <p:spPr>
            <a:xfrm>
              <a:off x="7156028" y="4566966"/>
              <a:ext cx="614031" cy="279364"/>
            </a:xfrm>
            <a:prstGeom prst="rect">
              <a:avLst/>
            </a:prstGeom>
            <a:noFill/>
            <a:ln>
              <a:solidFill>
                <a:srgbClr val="FF0000"/>
              </a:solidFill>
            </a:ln>
          </p:spPr>
          <p:txBody>
            <a:bodyPr wrap="square">
              <a:spAutoFit/>
            </a:bodyPr>
            <a:lstStyle/>
            <a:p>
              <a:r>
                <a:rPr lang="en-US" dirty="0"/>
                <a:t> Ch2</a:t>
              </a:r>
            </a:p>
          </p:txBody>
        </p:sp>
        <p:sp>
          <p:nvSpPr>
            <p:cNvPr id="5" name="TextBox 4">
              <a:extLst>
                <a:ext uri="{FF2B5EF4-FFF2-40B4-BE49-F238E27FC236}">
                  <a16:creationId xmlns:a16="http://schemas.microsoft.com/office/drawing/2014/main" id="{B728C8B9-A6FE-8BFD-B8E8-D23862EC1710}"/>
                </a:ext>
              </a:extLst>
            </p:cNvPr>
            <p:cNvSpPr txBox="1"/>
            <p:nvPr/>
          </p:nvSpPr>
          <p:spPr>
            <a:xfrm>
              <a:off x="7413071" y="1451628"/>
              <a:ext cx="1039333" cy="279364"/>
            </a:xfrm>
            <a:prstGeom prst="rect">
              <a:avLst/>
            </a:prstGeom>
            <a:noFill/>
            <a:ln>
              <a:solidFill>
                <a:srgbClr val="FF0000"/>
              </a:solidFill>
            </a:ln>
          </p:spPr>
          <p:txBody>
            <a:bodyPr wrap="square">
              <a:spAutoFit/>
            </a:bodyPr>
            <a:lstStyle/>
            <a:p>
              <a:r>
                <a:rPr lang="en-US" dirty="0"/>
                <a:t>This PC</a:t>
              </a:r>
            </a:p>
          </p:txBody>
        </p:sp>
        <p:sp>
          <p:nvSpPr>
            <p:cNvPr id="7" name="TextBox 6">
              <a:extLst>
                <a:ext uri="{FF2B5EF4-FFF2-40B4-BE49-F238E27FC236}">
                  <a16:creationId xmlns:a16="http://schemas.microsoft.com/office/drawing/2014/main" id="{9D1F8888-384D-672F-5F26-A29205AEC8A8}"/>
                </a:ext>
              </a:extLst>
            </p:cNvPr>
            <p:cNvSpPr txBox="1"/>
            <p:nvPr/>
          </p:nvSpPr>
          <p:spPr>
            <a:xfrm>
              <a:off x="7062196" y="1983257"/>
              <a:ext cx="1177556" cy="279364"/>
            </a:xfrm>
            <a:prstGeom prst="rect">
              <a:avLst/>
            </a:prstGeom>
            <a:noFill/>
            <a:ln>
              <a:solidFill>
                <a:srgbClr val="FF0000"/>
              </a:solidFill>
            </a:ln>
          </p:spPr>
          <p:txBody>
            <a:bodyPr wrap="square">
              <a:spAutoFit/>
            </a:bodyPr>
            <a:lstStyle/>
            <a:p>
              <a:r>
                <a:rPr lang="en-US" dirty="0"/>
                <a:t>Documents</a:t>
              </a:r>
            </a:p>
          </p:txBody>
        </p:sp>
        <p:sp>
          <p:nvSpPr>
            <p:cNvPr id="9" name="TextBox 8">
              <a:extLst>
                <a:ext uri="{FF2B5EF4-FFF2-40B4-BE49-F238E27FC236}">
                  <a16:creationId xmlns:a16="http://schemas.microsoft.com/office/drawing/2014/main" id="{8831E7C6-B1AA-81DC-D569-CE8E07EFCA1F}"/>
                </a:ext>
              </a:extLst>
            </p:cNvPr>
            <p:cNvSpPr txBox="1"/>
            <p:nvPr/>
          </p:nvSpPr>
          <p:spPr>
            <a:xfrm>
              <a:off x="6699360" y="2642623"/>
              <a:ext cx="954272" cy="279364"/>
            </a:xfrm>
            <a:prstGeom prst="rect">
              <a:avLst/>
            </a:prstGeom>
            <a:noFill/>
            <a:ln>
              <a:solidFill>
                <a:srgbClr val="FF0000"/>
              </a:solidFill>
            </a:ln>
          </p:spPr>
          <p:txBody>
            <a:bodyPr wrap="square">
              <a:spAutoFit/>
            </a:bodyPr>
            <a:lstStyle/>
            <a:p>
              <a:r>
                <a:rPr lang="en-US" dirty="0"/>
                <a:t> COS101</a:t>
              </a:r>
            </a:p>
          </p:txBody>
        </p:sp>
        <p:sp>
          <p:nvSpPr>
            <p:cNvPr id="11" name="TextBox 10">
              <a:extLst>
                <a:ext uri="{FF2B5EF4-FFF2-40B4-BE49-F238E27FC236}">
                  <a16:creationId xmlns:a16="http://schemas.microsoft.com/office/drawing/2014/main" id="{40231214-DEFC-9442-569A-6D5AAA13166D}"/>
                </a:ext>
              </a:extLst>
            </p:cNvPr>
            <p:cNvSpPr txBox="1"/>
            <p:nvPr/>
          </p:nvSpPr>
          <p:spPr>
            <a:xfrm>
              <a:off x="6513814" y="3249030"/>
              <a:ext cx="853262" cy="279364"/>
            </a:xfrm>
            <a:prstGeom prst="rect">
              <a:avLst/>
            </a:prstGeom>
            <a:noFill/>
            <a:ln>
              <a:solidFill>
                <a:srgbClr val="FF0000"/>
              </a:solidFill>
            </a:ln>
          </p:spPr>
          <p:txBody>
            <a:bodyPr wrap="square">
              <a:spAutoFit/>
            </a:bodyPr>
            <a:lstStyle/>
            <a:p>
              <a:r>
                <a:rPr lang="en-US" dirty="0">
                  <a:solidFill>
                    <a:srgbClr val="A00000"/>
                  </a:solidFill>
                </a:rPr>
                <a:t> Alice2 </a:t>
              </a:r>
            </a:p>
          </p:txBody>
        </p:sp>
        <p:sp>
          <p:nvSpPr>
            <p:cNvPr id="13" name="TextBox 12">
              <a:extLst>
                <a:ext uri="{FF2B5EF4-FFF2-40B4-BE49-F238E27FC236}">
                  <a16:creationId xmlns:a16="http://schemas.microsoft.com/office/drawing/2014/main" id="{E9F7EDFE-BD67-928A-7C67-72711ACC356E}"/>
                </a:ext>
              </a:extLst>
            </p:cNvPr>
            <p:cNvSpPr txBox="1"/>
            <p:nvPr/>
          </p:nvSpPr>
          <p:spPr>
            <a:xfrm>
              <a:off x="7650974" y="3229112"/>
              <a:ext cx="1166942" cy="474918"/>
            </a:xfrm>
            <a:prstGeom prst="rect">
              <a:avLst/>
            </a:prstGeom>
            <a:noFill/>
            <a:ln>
              <a:solidFill>
                <a:srgbClr val="FF0000"/>
              </a:solidFill>
            </a:ln>
          </p:spPr>
          <p:txBody>
            <a:bodyPr wrap="square">
              <a:spAutoFit/>
            </a:bodyPr>
            <a:lstStyle/>
            <a:p>
              <a:r>
                <a:rPr lang="en-US" dirty="0"/>
                <a:t>Computer </a:t>
              </a:r>
            </a:p>
            <a:p>
              <a:r>
                <a:rPr lang="en-US" dirty="0"/>
                <a:t>Concept</a:t>
              </a:r>
            </a:p>
          </p:txBody>
        </p:sp>
        <p:sp>
          <p:nvSpPr>
            <p:cNvPr id="15" name="TextBox 14">
              <a:extLst>
                <a:ext uri="{FF2B5EF4-FFF2-40B4-BE49-F238E27FC236}">
                  <a16:creationId xmlns:a16="http://schemas.microsoft.com/office/drawing/2014/main" id="{0B56DBEA-16FC-129D-3E7B-1E4972FA59A4}"/>
                </a:ext>
              </a:extLst>
            </p:cNvPr>
            <p:cNvSpPr txBox="1"/>
            <p:nvPr/>
          </p:nvSpPr>
          <p:spPr>
            <a:xfrm>
              <a:off x="6366672" y="3890380"/>
              <a:ext cx="623352" cy="279364"/>
            </a:xfrm>
            <a:prstGeom prst="rect">
              <a:avLst/>
            </a:prstGeom>
            <a:noFill/>
            <a:ln>
              <a:solidFill>
                <a:srgbClr val="FF0000"/>
              </a:solidFill>
            </a:ln>
          </p:spPr>
          <p:txBody>
            <a:bodyPr wrap="square">
              <a:spAutoFit/>
            </a:bodyPr>
            <a:lstStyle/>
            <a:p>
              <a:r>
                <a:rPr lang="en-US" dirty="0"/>
                <a:t>HW </a:t>
              </a:r>
            </a:p>
          </p:txBody>
        </p:sp>
        <p:sp>
          <p:nvSpPr>
            <p:cNvPr id="17" name="TextBox 16">
              <a:extLst>
                <a:ext uri="{FF2B5EF4-FFF2-40B4-BE49-F238E27FC236}">
                  <a16:creationId xmlns:a16="http://schemas.microsoft.com/office/drawing/2014/main" id="{801DCEAC-81A1-8BF1-58A8-111656F1B2D9}"/>
                </a:ext>
              </a:extLst>
            </p:cNvPr>
            <p:cNvSpPr txBox="1"/>
            <p:nvPr/>
          </p:nvSpPr>
          <p:spPr>
            <a:xfrm>
              <a:off x="6283661" y="4582123"/>
              <a:ext cx="614031" cy="279364"/>
            </a:xfrm>
            <a:prstGeom prst="rect">
              <a:avLst/>
            </a:prstGeom>
            <a:noFill/>
            <a:ln>
              <a:solidFill>
                <a:srgbClr val="FF0000"/>
              </a:solidFill>
            </a:ln>
          </p:spPr>
          <p:txBody>
            <a:bodyPr wrap="square">
              <a:spAutoFit/>
            </a:bodyPr>
            <a:lstStyle/>
            <a:p>
              <a:r>
                <a:rPr lang="en-US" dirty="0"/>
                <a:t>Ch1</a:t>
              </a:r>
            </a:p>
          </p:txBody>
        </p:sp>
        <p:cxnSp>
          <p:nvCxnSpPr>
            <p:cNvPr id="19" name="Straight Arrow Connector 18" descr="Informative graphic on A “Tree” showing: An example File Structure – like an up-side down ‘tree” with a root, branches, and leaves; A “Tree”." title="A “Tree” Graphic">
              <a:extLst>
                <a:ext uri="{FF2B5EF4-FFF2-40B4-BE49-F238E27FC236}">
                  <a16:creationId xmlns:a16="http://schemas.microsoft.com/office/drawing/2014/main" id="{C81571E2-8756-C04C-65CB-6EAF563FF474}"/>
                </a:ext>
                <a:ext uri="{C183D7F6-B498-43B3-948B-1728B52AA6E4}">
                  <adec:decorative xmlns:adec="http://schemas.microsoft.com/office/drawing/2017/decorative" val="0"/>
                </a:ext>
              </a:extLst>
            </p:cNvPr>
            <p:cNvCxnSpPr>
              <a:stCxn id="5" idx="2"/>
              <a:endCxn id="7" idx="0"/>
            </p:cNvCxnSpPr>
            <p:nvPr/>
          </p:nvCxnSpPr>
          <p:spPr>
            <a:xfrm flipH="1">
              <a:off x="7650975" y="1730992"/>
              <a:ext cx="281764" cy="25226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descr="Informative graphic on A “Tree” showing: An example File Structure – like an up-side down ‘tree” with a root, branches, and leaves; A “Tree”." title="A “Tree” Graphic">
              <a:extLst>
                <a:ext uri="{FF2B5EF4-FFF2-40B4-BE49-F238E27FC236}">
                  <a16:creationId xmlns:a16="http://schemas.microsoft.com/office/drawing/2014/main" id="{65761C5B-3F07-19CF-2CF5-8329513F2682}"/>
                </a:ext>
                <a:ext uri="{C183D7F6-B498-43B3-948B-1728B52AA6E4}">
                  <adec:decorative xmlns:adec="http://schemas.microsoft.com/office/drawing/2017/decorative" val="0"/>
                </a:ext>
              </a:extLst>
            </p:cNvPr>
            <p:cNvCxnSpPr/>
            <p:nvPr/>
          </p:nvCxnSpPr>
          <p:spPr>
            <a:xfrm flipH="1">
              <a:off x="7138839" y="2343836"/>
              <a:ext cx="281764" cy="22385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descr="Informative graphic on A “Tree” showing: An example File Structure – like an up-side down ‘tree” with a root, branches, and leaves; A “Tree”." title="A “Tree” Graphic">
              <a:extLst>
                <a:ext uri="{FF2B5EF4-FFF2-40B4-BE49-F238E27FC236}">
                  <a16:creationId xmlns:a16="http://schemas.microsoft.com/office/drawing/2014/main" id="{D00C5F30-5441-D127-7EE8-8BA83ABF8F08}"/>
                </a:ext>
                <a:ext uri="{C183D7F6-B498-43B3-948B-1728B52AA6E4}">
                  <adec:decorative xmlns:adec="http://schemas.microsoft.com/office/drawing/2017/decorative" val="0"/>
                </a:ext>
              </a:extLst>
            </p:cNvPr>
            <p:cNvCxnSpPr/>
            <p:nvPr/>
          </p:nvCxnSpPr>
          <p:spPr>
            <a:xfrm flipH="1">
              <a:off x="6784925" y="3005260"/>
              <a:ext cx="281764" cy="22385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descr="Informative graphic on A “Tree” showing: An example File Structure – like an up-side down ‘tree” with a root, branches, and leaves; A “Tree”." title="A “Tree” Graphic">
              <a:extLst>
                <a:ext uri="{FF2B5EF4-FFF2-40B4-BE49-F238E27FC236}">
                  <a16:creationId xmlns:a16="http://schemas.microsoft.com/office/drawing/2014/main" id="{E3DF7EC6-5C27-A1BA-4703-458B5931D48B}"/>
                </a:ext>
                <a:ext uri="{C183D7F6-B498-43B3-948B-1728B52AA6E4}">
                  <adec:decorative xmlns:adec="http://schemas.microsoft.com/office/drawing/2017/decorative" val="0"/>
                </a:ext>
              </a:extLst>
            </p:cNvPr>
            <p:cNvCxnSpPr>
              <a:cxnSpLocks/>
            </p:cNvCxnSpPr>
            <p:nvPr/>
          </p:nvCxnSpPr>
          <p:spPr>
            <a:xfrm>
              <a:off x="7436225" y="2982777"/>
              <a:ext cx="608440" cy="16517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descr="Informative graphic on A “Tree” showing: An example File Structure – like an up-side down ‘tree” with a root, branches, and leaves; A “Tree”." title="A “Tree” Graphic">
              <a:extLst>
                <a:ext uri="{FF2B5EF4-FFF2-40B4-BE49-F238E27FC236}">
                  <a16:creationId xmlns:a16="http://schemas.microsoft.com/office/drawing/2014/main" id="{C42BB8D2-9356-CB7F-CBE4-3194B08F52E2}"/>
                </a:ext>
                <a:ext uri="{C183D7F6-B498-43B3-948B-1728B52AA6E4}">
                  <adec:decorative xmlns:adec="http://schemas.microsoft.com/office/drawing/2017/decorative" val="0"/>
                </a:ext>
              </a:extLst>
            </p:cNvPr>
            <p:cNvCxnSpPr>
              <a:cxnSpLocks/>
              <a:stCxn id="11" idx="2"/>
            </p:cNvCxnSpPr>
            <p:nvPr/>
          </p:nvCxnSpPr>
          <p:spPr>
            <a:xfrm flipH="1">
              <a:off x="6581451" y="3528394"/>
              <a:ext cx="358994" cy="36198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descr="Informative graphic on A “Tree” showing: An example File Structure – like an up-side down ‘tree” with a root, branches, and leaves; A “Tree”." title="A “Tree” Graphic">
              <a:extLst>
                <a:ext uri="{FF2B5EF4-FFF2-40B4-BE49-F238E27FC236}">
                  <a16:creationId xmlns:a16="http://schemas.microsoft.com/office/drawing/2014/main" id="{D5EE31AC-4DB7-7AD7-451C-017CD85E2DF6}"/>
                </a:ext>
                <a:ext uri="{C183D7F6-B498-43B3-948B-1728B52AA6E4}">
                  <adec:decorative xmlns:adec="http://schemas.microsoft.com/office/drawing/2017/decorative" val="0"/>
                </a:ext>
              </a:extLst>
            </p:cNvPr>
            <p:cNvCxnSpPr>
              <a:cxnSpLocks/>
            </p:cNvCxnSpPr>
            <p:nvPr/>
          </p:nvCxnSpPr>
          <p:spPr>
            <a:xfrm flipH="1">
              <a:off x="6513814" y="4270635"/>
              <a:ext cx="153727" cy="26109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descr="Informative graphic on A “Tree” showing: An example File Structure – like an up-side down ‘tree” with a root, branches, and leaves; A “Tree”." title="A “Tree” Graphic">
              <a:extLst>
                <a:ext uri="{FF2B5EF4-FFF2-40B4-BE49-F238E27FC236}">
                  <a16:creationId xmlns:a16="http://schemas.microsoft.com/office/drawing/2014/main" id="{A24DD09F-5D69-863C-5424-61DC67889D64}"/>
                </a:ext>
                <a:ext uri="{C183D7F6-B498-43B3-948B-1728B52AA6E4}">
                  <adec:decorative xmlns:adec="http://schemas.microsoft.com/office/drawing/2017/decorative" val="0"/>
                </a:ext>
              </a:extLst>
            </p:cNvPr>
            <p:cNvCxnSpPr>
              <a:cxnSpLocks/>
              <a:endCxn id="3" idx="0"/>
            </p:cNvCxnSpPr>
            <p:nvPr/>
          </p:nvCxnSpPr>
          <p:spPr>
            <a:xfrm>
              <a:off x="6844315" y="4248550"/>
              <a:ext cx="618728" cy="31841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2" name="TextBox 1">
            <a:extLst>
              <a:ext uri="{FF2B5EF4-FFF2-40B4-BE49-F238E27FC236}">
                <a16:creationId xmlns:a16="http://schemas.microsoft.com/office/drawing/2014/main" id="{49F21D2B-2D7B-E570-567A-BF982706CB73}"/>
              </a:ext>
            </a:extLst>
          </p:cNvPr>
          <p:cNvSpPr txBox="1"/>
          <p:nvPr/>
        </p:nvSpPr>
        <p:spPr>
          <a:xfrm>
            <a:off x="1327648" y="5662536"/>
            <a:ext cx="7508210" cy="307777"/>
          </a:xfrm>
          <a:prstGeom prst="rect">
            <a:avLst/>
          </a:prstGeom>
          <a:noFill/>
        </p:spPr>
        <p:txBody>
          <a:bodyPr wrap="square" rtlCol="0">
            <a:spAutoFit/>
          </a:bodyPr>
          <a:lstStyle/>
          <a:p>
            <a:r>
              <a:rPr lang="en-US" dirty="0">
                <a:highlight>
                  <a:srgbClr val="FFFF00"/>
                </a:highlight>
              </a:rPr>
              <a:t>An example </a:t>
            </a:r>
            <a:r>
              <a:rPr lang="en-US" b="1" dirty="0">
                <a:highlight>
                  <a:srgbClr val="FFFF00"/>
                </a:highlight>
              </a:rPr>
              <a:t>File Structure </a:t>
            </a:r>
            <a:r>
              <a:rPr lang="en-US" dirty="0">
                <a:highlight>
                  <a:srgbClr val="FFFF00"/>
                </a:highlight>
              </a:rPr>
              <a:t>– like an up-side down ‘</a:t>
            </a:r>
            <a:r>
              <a:rPr lang="en-US" b="1" dirty="0">
                <a:highlight>
                  <a:srgbClr val="FFFF00"/>
                </a:highlight>
              </a:rPr>
              <a:t>tree</a:t>
            </a:r>
            <a:r>
              <a:rPr lang="en-US" dirty="0">
                <a:highlight>
                  <a:srgbClr val="FFFF00"/>
                </a:highlight>
              </a:rPr>
              <a:t>” with a root, branches, and leaves</a:t>
            </a:r>
          </a:p>
        </p:txBody>
      </p:sp>
    </p:spTree>
    <p:extLst>
      <p:ext uri="{BB962C8B-B14F-4D97-AF65-F5344CB8AC3E}">
        <p14:creationId xmlns:p14="http://schemas.microsoft.com/office/powerpoint/2010/main" val="18596843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7" name="Google Shape;57;p13"/>
          <p:cNvSpPr txBox="1">
            <a:spLocks noGrp="1"/>
          </p:cNvSpPr>
          <p:nvPr>
            <p:ph type="body" idx="1"/>
          </p:nvPr>
        </p:nvSpPr>
        <p:spPr>
          <a:xfrm>
            <a:off x="228600" y="673759"/>
            <a:ext cx="9039225" cy="5940863"/>
          </a:xfrm>
          <a:prstGeom prst="rect">
            <a:avLst/>
          </a:prstGeom>
          <a:noFill/>
          <a:ln>
            <a:noFill/>
          </a:ln>
        </p:spPr>
        <p:txBody>
          <a:bodyPr spcFirstLastPara="1" wrap="square" lIns="91425" tIns="45700" rIns="91425" bIns="45700" anchor="t" anchorCtr="0">
            <a:noAutofit/>
          </a:bodyPr>
          <a:lstStyle/>
          <a:p>
            <a:pPr marL="0" indent="0">
              <a:buNone/>
            </a:pPr>
            <a:r>
              <a:rPr lang="en-US" sz="1800" dirty="0">
                <a:sym typeface="Wingdings" panose="05000000000000000000" pitchFamily="2" charset="2"/>
              </a:rPr>
              <a:t></a:t>
            </a:r>
            <a:r>
              <a:rPr lang="en-US" sz="1800" dirty="0">
                <a:solidFill>
                  <a:schemeClr val="tx1">
                    <a:lumMod val="50000"/>
                    <a:lumOff val="50000"/>
                  </a:schemeClr>
                </a:solidFill>
              </a:rPr>
              <a:t>Build good habits from the get-go and follow through consistently </a:t>
            </a:r>
            <a:r>
              <a:rPr lang="en-US" sz="1800" dirty="0">
                <a:solidFill>
                  <a:schemeClr val="tx1">
                    <a:lumMod val="50000"/>
                    <a:lumOff val="50000"/>
                  </a:schemeClr>
                </a:solidFill>
                <a:sym typeface="Wingdings" panose="05000000000000000000" pitchFamily="2" charset="2"/>
              </a:rPr>
              <a:t>Remember in the industry, someone (teammates or colleagues) will need to continue your work…</a:t>
            </a:r>
            <a:endParaRPr lang="en-US" sz="1800" dirty="0">
              <a:solidFill>
                <a:schemeClr val="tx1">
                  <a:lumMod val="50000"/>
                  <a:lumOff val="50000"/>
                </a:schemeClr>
              </a:solidFill>
            </a:endParaRPr>
          </a:p>
          <a:p>
            <a:pPr marL="342900" indent="-342900"/>
            <a:r>
              <a:rPr lang="en-US" sz="1800" dirty="0">
                <a:solidFill>
                  <a:schemeClr val="tx1">
                    <a:lumMod val="50000"/>
                    <a:lumOff val="50000"/>
                  </a:schemeClr>
                </a:solidFill>
              </a:rPr>
              <a:t>Naming Convention, meaningful, succinct names</a:t>
            </a:r>
          </a:p>
          <a:p>
            <a:pPr marL="800100" lvl="1" indent="-342900"/>
            <a:r>
              <a:rPr lang="en-US" sz="1800" dirty="0">
                <a:solidFill>
                  <a:schemeClr val="tx1">
                    <a:lumMod val="50000"/>
                    <a:lumOff val="50000"/>
                  </a:schemeClr>
                </a:solidFill>
              </a:rPr>
              <a:t>Camel case or Pascal Case</a:t>
            </a:r>
          </a:p>
          <a:p>
            <a:pPr marL="457200" lvl="1" indent="0">
              <a:buNone/>
            </a:pPr>
            <a:r>
              <a:rPr lang="en-US" sz="1800" dirty="0">
                <a:solidFill>
                  <a:schemeClr val="tx1">
                    <a:lumMod val="50000"/>
                    <a:lumOff val="50000"/>
                  </a:schemeClr>
                </a:solidFill>
              </a:rPr>
              <a:t>	Example: “My first animation file” </a:t>
            </a:r>
            <a:r>
              <a:rPr lang="en-US" sz="1800" dirty="0">
                <a:solidFill>
                  <a:schemeClr val="tx1">
                    <a:lumMod val="50000"/>
                    <a:lumOff val="50000"/>
                  </a:schemeClr>
                </a:solidFill>
                <a:sym typeface="Wingdings" panose="05000000000000000000" pitchFamily="2" charset="2"/>
              </a:rPr>
              <a:t> </a:t>
            </a:r>
            <a:r>
              <a:rPr lang="en-US" sz="1800" dirty="0" err="1">
                <a:solidFill>
                  <a:schemeClr val="tx1">
                    <a:lumMod val="50000"/>
                    <a:lumOff val="50000"/>
                  </a:schemeClr>
                </a:solidFill>
                <a:sym typeface="Wingdings" panose="05000000000000000000" pitchFamily="2" charset="2"/>
              </a:rPr>
              <a:t>MyFirstAnimationFile</a:t>
            </a:r>
            <a:endParaRPr lang="en-US" sz="1800" dirty="0">
              <a:solidFill>
                <a:schemeClr val="tx1">
                  <a:lumMod val="50000"/>
                  <a:lumOff val="50000"/>
                </a:schemeClr>
              </a:solidFill>
              <a:sym typeface="Wingdings" panose="05000000000000000000" pitchFamily="2" charset="2"/>
            </a:endParaRPr>
          </a:p>
          <a:p>
            <a:pPr marL="342900" indent="-342900"/>
            <a:r>
              <a:rPr lang="en-US" sz="1800" dirty="0">
                <a:solidFill>
                  <a:schemeClr val="tx1">
                    <a:lumMod val="50000"/>
                    <a:lumOff val="50000"/>
                  </a:schemeClr>
                </a:solidFill>
              </a:rPr>
              <a:t>Organization</a:t>
            </a:r>
          </a:p>
          <a:p>
            <a:pPr marL="800100" lvl="1" indent="-342900"/>
            <a:r>
              <a:rPr lang="en-US" sz="1800" dirty="0">
                <a:solidFill>
                  <a:schemeClr val="tx1">
                    <a:lumMod val="50000"/>
                    <a:lumOff val="50000"/>
                  </a:schemeClr>
                </a:solidFill>
              </a:rPr>
              <a:t>Folder/directory tree </a:t>
            </a:r>
            <a:r>
              <a:rPr lang="en-US" sz="1800" dirty="0">
                <a:solidFill>
                  <a:schemeClr val="tx1">
                    <a:lumMod val="50000"/>
                    <a:lumOff val="50000"/>
                  </a:schemeClr>
                </a:solidFill>
                <a:sym typeface="Wingdings" panose="05000000000000000000" pitchFamily="2" charset="2"/>
              </a:rPr>
              <a:t>Appx-A suggests creating a </a:t>
            </a:r>
            <a:r>
              <a:rPr lang="en-US" sz="1800" dirty="0" err="1">
                <a:solidFill>
                  <a:schemeClr val="tx1">
                    <a:lumMod val="50000"/>
                    <a:lumOff val="50000"/>
                  </a:schemeClr>
                </a:solidFill>
                <a:sym typeface="Wingdings" panose="05000000000000000000" pitchFamily="2" charset="2"/>
              </a:rPr>
              <a:t>AliceWorlds</a:t>
            </a:r>
            <a:r>
              <a:rPr lang="en-US" sz="1800" dirty="0">
                <a:solidFill>
                  <a:schemeClr val="tx1">
                    <a:lumMod val="50000"/>
                    <a:lumOff val="50000"/>
                  </a:schemeClr>
                </a:solidFill>
                <a:sym typeface="Wingdings" panose="05000000000000000000" pitchFamily="2" charset="2"/>
              </a:rPr>
              <a:t> folder </a:t>
            </a:r>
          </a:p>
          <a:p>
            <a:pPr marL="1257300" lvl="2" indent="-342900"/>
            <a:r>
              <a:rPr lang="en-US" sz="1800" dirty="0">
                <a:solidFill>
                  <a:schemeClr val="tx1">
                    <a:lumMod val="50000"/>
                    <a:lumOff val="50000"/>
                  </a:schemeClr>
                </a:solidFill>
              </a:rPr>
              <a:t>Create sub-folders for each assignment chapter for ease of search</a:t>
            </a:r>
          </a:p>
          <a:p>
            <a:pPr marL="0" indent="0">
              <a:buNone/>
            </a:pPr>
            <a:endParaRPr lang="en-US" sz="1800" dirty="0"/>
          </a:p>
          <a:p>
            <a:pPr marL="342900" indent="-342900"/>
            <a:r>
              <a:rPr lang="en-US" sz="1800" dirty="0"/>
              <a:t>Coding &amp; Testing (Programming)</a:t>
            </a:r>
          </a:p>
          <a:p>
            <a:pPr marL="800100" lvl="1" indent="-342900"/>
            <a:r>
              <a:rPr lang="en-US" sz="1800" dirty="0"/>
              <a:t>Logic: Easy to understand and elegant; no spaghetti code</a:t>
            </a:r>
          </a:p>
          <a:p>
            <a:pPr marL="800100" lvl="1" indent="-342900"/>
            <a:r>
              <a:rPr lang="en-US" sz="1800" dirty="0"/>
              <a:t>Readability, Maintainability: Indentation (automatically done in Alices), etc. </a:t>
            </a:r>
          </a:p>
          <a:p>
            <a:pPr marL="800100" lvl="1" indent="-342900"/>
            <a:r>
              <a:rPr lang="en-US" sz="1800" dirty="0"/>
              <a:t>Documentation: Effective, succinct, meaningful comments (in code) for another human to read &amp; understand your code, and continue the project</a:t>
            </a:r>
          </a:p>
          <a:p>
            <a:pPr marL="800100" lvl="1" indent="-342900"/>
            <a:r>
              <a:rPr lang="en-US" sz="1800" dirty="0"/>
              <a:t>Last but no the least, code and test in </a:t>
            </a:r>
            <a:r>
              <a:rPr lang="en-US" sz="1800" dirty="0">
                <a:solidFill>
                  <a:srgbClr val="A00000"/>
                </a:solidFill>
              </a:rPr>
              <a:t>increments</a:t>
            </a:r>
          </a:p>
          <a:p>
            <a:pPr marL="1257300" lvl="2" indent="-342900"/>
            <a:r>
              <a:rPr lang="en-US" sz="1800" dirty="0" err="1"/>
              <a:t>Code</a:t>
            </a:r>
            <a:r>
              <a:rPr lang="en-US" sz="1800" dirty="0" err="1">
                <a:sym typeface="Wingdings" panose="05000000000000000000" pitchFamily="2" charset="2"/>
              </a:rPr>
              <a:t></a:t>
            </a:r>
            <a:r>
              <a:rPr lang="en-US" sz="1800" dirty="0" err="1"/>
              <a:t>test</a:t>
            </a:r>
            <a:r>
              <a:rPr lang="en-US" sz="1800" dirty="0" err="1">
                <a:sym typeface="Wingdings" panose="05000000000000000000" pitchFamily="2" charset="2"/>
              </a:rPr>
              <a:t></a:t>
            </a:r>
            <a:r>
              <a:rPr lang="en-US" sz="1800" dirty="0" err="1"/>
              <a:t>code</a:t>
            </a:r>
            <a:r>
              <a:rPr lang="en-US" sz="1800" dirty="0" err="1">
                <a:sym typeface="Wingdings" panose="05000000000000000000" pitchFamily="2" charset="2"/>
              </a:rPr>
              <a:t></a:t>
            </a:r>
            <a:r>
              <a:rPr lang="en-US" sz="1800" dirty="0" err="1"/>
              <a:t>test</a:t>
            </a:r>
            <a:r>
              <a:rPr lang="en-US" sz="1800" dirty="0" err="1">
                <a:sym typeface="Wingdings" panose="05000000000000000000" pitchFamily="2" charset="2"/>
              </a:rPr>
              <a:t></a:t>
            </a:r>
            <a:r>
              <a:rPr lang="en-US" sz="1800" dirty="0" err="1"/>
              <a:t>repeat</a:t>
            </a:r>
            <a:r>
              <a:rPr lang="en-US" sz="1800" dirty="0"/>
              <a:t>.</a:t>
            </a:r>
          </a:p>
          <a:p>
            <a:pPr marL="1257300" lvl="2" indent="-342900"/>
            <a:r>
              <a:rPr lang="en-US" sz="1800" dirty="0"/>
              <a:t>Expect to make mistakes, to debug until you get it right! “To Err is Human.”</a:t>
            </a:r>
          </a:p>
          <a:p>
            <a:pPr marL="0" indent="0">
              <a:buNone/>
            </a:pPr>
            <a:endParaRPr lang="en-US" sz="1800" dirty="0"/>
          </a:p>
        </p:txBody>
      </p:sp>
      <p:sp>
        <p:nvSpPr>
          <p:cNvPr id="6" name="Title 5">
            <a:extLst>
              <a:ext uri="{FF2B5EF4-FFF2-40B4-BE49-F238E27FC236}">
                <a16:creationId xmlns:a16="http://schemas.microsoft.com/office/drawing/2014/main" id="{DA0C033D-C35C-2FE8-2ADA-A6A64C0F3422}"/>
              </a:ext>
            </a:extLst>
          </p:cNvPr>
          <p:cNvSpPr>
            <a:spLocks noGrp="1"/>
          </p:cNvSpPr>
          <p:nvPr>
            <p:ph type="title"/>
          </p:nvPr>
        </p:nvSpPr>
        <p:spPr>
          <a:xfrm>
            <a:off x="762000" y="161925"/>
            <a:ext cx="7620000" cy="641350"/>
          </a:xfrm>
        </p:spPr>
        <p:txBody>
          <a:bodyPr/>
          <a:lstStyle/>
          <a:p>
            <a:r>
              <a:rPr lang="en-US" sz="3600" b="1" dirty="0">
                <a:solidFill>
                  <a:srgbClr val="000000"/>
                </a:solidFill>
                <a:latin typeface="Arial" panose="020B0604020202020204" pitchFamily="34" charset="0"/>
              </a:rPr>
              <a:t>Best Current Practice (BCP) (2 of 2)</a:t>
            </a:r>
          </a:p>
        </p:txBody>
      </p:sp>
      <p:grpSp>
        <p:nvGrpSpPr>
          <p:cNvPr id="3" name="Group 2" descr="Grouped diagram illustrating Best Current Practice (BCP) (2 of 2) with multiple visual components." title="Best Current Practice (BCP) (2 of 2) Diagram">
            <a:extLst>
              <a:ext uri="{FF2B5EF4-FFF2-40B4-BE49-F238E27FC236}">
                <a16:creationId xmlns:a16="http://schemas.microsoft.com/office/drawing/2014/main" id="{7A936353-AFC1-429E-9545-E2157ADF4FEE}"/>
              </a:ext>
              <a:ext uri="{C183D7F6-B498-43B3-948B-1728B52AA6E4}">
                <adec:decorative xmlns:adec="http://schemas.microsoft.com/office/drawing/2017/decorative" val="0"/>
              </a:ext>
            </a:extLst>
          </p:cNvPr>
          <p:cNvGrpSpPr/>
          <p:nvPr/>
        </p:nvGrpSpPr>
        <p:grpSpPr>
          <a:xfrm>
            <a:off x="7242175" y="3429000"/>
            <a:ext cx="1358899" cy="1131200"/>
            <a:chOff x="7420673" y="4303044"/>
            <a:chExt cx="1483359" cy="1222690"/>
          </a:xfrm>
        </p:grpSpPr>
        <p:pic>
          <p:nvPicPr>
            <p:cNvPr id="2" name="Picture 1" descr="Informative graphic on Best Current Practice (BCP) (2 of 2) showing: Build good habits from the get-go and follow through consistently Remember in the industry, someone (teammates or colleagues) will need to continue your work…&#10;Naming Convention, meaningful, succinct names&#10;Camel case or Pascal Case&#10; Example: “My first animation file”  MyFirstAnimationFile&#10;Organization&#10;Folder/directory tree Appx-A suggests creating a AliceWorlds folder &#10;Create sub-folders for each assignment chapter for ease of search&#10;&#10;Coding &amp; Testing (Programming)&#10;Logic: Easy to understand and elegant; no spaghetti code&#10;Readability, Maintainability: Indentation (automatically done in Alices), etc. &#10;Documentation: Effective, succinct, meaningful comments (in code) for another human to read &amp; understand your code, and continue the project&#10;Last but no the least, code and test in increments&#10;Codetestcodetestrepeat.&#10;Expect to make mistakes, to debug until you get it right! “To Err is Human.”; Best Current Practice (BCP) (2 of 2)." title="Best Current Practice (BCP) (2 of 2) Graphic">
              <a:extLst>
                <a:ext uri="{FF2B5EF4-FFF2-40B4-BE49-F238E27FC236}">
                  <a16:creationId xmlns:a16="http://schemas.microsoft.com/office/drawing/2014/main" id="{B99A8874-8A52-48D5-B1DF-062B21CA72E9}"/>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7661745" y="4485913"/>
              <a:ext cx="1074011" cy="716007"/>
            </a:xfrm>
            <a:prstGeom prst="rect">
              <a:avLst/>
            </a:prstGeom>
          </p:spPr>
        </p:pic>
        <p:sp>
          <p:nvSpPr>
            <p:cNvPr id="5" name="Oval 4" descr="Informative graphic on Best Current Practice (BCP) (2 of 2) showing: Build good habits from the get-go and follow through consistently Remember in the industry, someone (teammates or colleagues) will need to continue your work…&#10;Naming Convention, meaningful, succinct names&#10;Camel case or Pascal Case&#10; Example: “My first animation file”  MyFirstAnimationFile&#10;Organization&#10;Folder/directory tree Appx-A suggests creating a AliceWorlds folder &#10;Create sub-folders for each assignment chapter for ease of search&#10;&#10;Coding &amp; Testing (Programming)&#10;Logic: Easy to understand and elegant; no spaghetti code&#10;Readability, Maintainability: Indentation (automatically done in Alices), etc. &#10;Documentation: Effective, succinct, meaningful comments (in code) for another human to read &amp; understand your code, and continue the project&#10;Last but no the least, code and test in increments&#10;Codetestcodetestrepeat.&#10;Expect to make mistakes, to debug until you get it right! “To Err is Human.”; Best Current Practice (BCP) (2 of 2)." title="Best Current Practice (BCP) (2 of 2) Graphic">
              <a:extLst>
                <a:ext uri="{FF2B5EF4-FFF2-40B4-BE49-F238E27FC236}">
                  <a16:creationId xmlns:a16="http://schemas.microsoft.com/office/drawing/2014/main" id="{127B1C0A-2E3F-4AF2-B568-A4E9080690A9}"/>
                </a:ext>
                <a:ext uri="{C183D7F6-B498-43B3-948B-1728B52AA6E4}">
                  <adec:decorative xmlns:adec="http://schemas.microsoft.com/office/drawing/2017/decorative" val="0"/>
                </a:ext>
              </a:extLst>
            </p:cNvPr>
            <p:cNvSpPr/>
            <p:nvPr/>
          </p:nvSpPr>
          <p:spPr>
            <a:xfrm>
              <a:off x="7420673" y="4303044"/>
              <a:ext cx="1483359" cy="1222690"/>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63AF1BC1-AEE1-4020-BEC0-A208E923DAC9}"/>
                </a:ext>
                <a:ext uri="{C183D7F6-B498-43B3-948B-1728B52AA6E4}">
                  <adec:decorative xmlns:adec="http://schemas.microsoft.com/office/drawing/2017/decorative" val="1"/>
                </a:ext>
              </a:extLst>
            </p:cNvPr>
            <p:cNvCxnSpPr>
              <a:stCxn id="5" idx="7"/>
              <a:endCxn id="5" idx="3"/>
            </p:cNvCxnSpPr>
            <p:nvPr/>
          </p:nvCxnSpPr>
          <p:spPr>
            <a:xfrm flipH="1">
              <a:off x="7637906" y="4482103"/>
              <a:ext cx="1048894" cy="864572"/>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78195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
                                            <p:txEl>
                                              <p:pRg st="8" end="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7">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7">
                                            <p:txEl>
                                              <p:pRg st="10" end="1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7">
                                            <p:txEl>
                                              <p:pRg st="11" end="1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7">
                                            <p:txEl>
                                              <p:pRg st="12" end="1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7">
                                            <p:txEl>
                                              <p:pRg st="13" end="1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7">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3F93A-A969-2ACA-1B9E-7D40D1B1A909}"/>
              </a:ext>
            </a:extLst>
          </p:cNvPr>
          <p:cNvSpPr>
            <a:spLocks noGrp="1"/>
          </p:cNvSpPr>
          <p:nvPr>
            <p:ph type="title"/>
          </p:nvPr>
        </p:nvSpPr>
        <p:spPr>
          <a:xfrm>
            <a:off x="127000" y="-1270000"/>
            <a:ext cx="8890000" cy="508000"/>
          </a:xfrm>
        </p:spPr>
        <p:txBody>
          <a:bodyPr/>
          <a:lstStyle/>
          <a:p>
            <a:r>
              <a:rPr lang="it-IT"/>
              <a:t>Java/C++  C#  Quora Discussion</a:t>
            </a:r>
            <a:endParaRPr lang="en-US" dirty="0"/>
          </a:p>
        </p:txBody>
      </p:sp>
      <p:grpSp>
        <p:nvGrpSpPr>
          <p:cNvPr id="9" name="Group 8" descr="Grouped diagram illustrating Java/C++  C#  https://www.quora.com/What-is-the-easiest-and-fastest-programming-language-to-learn with multiple visual components." title="Java/C++  C#  https://www.quora.com/What-is-the-easiest-and-fastest-programming-language-to-learn Diagram">
            <a:extLst>
              <a:ext uri="{FF2B5EF4-FFF2-40B4-BE49-F238E27FC236}">
                <a16:creationId xmlns:a16="http://schemas.microsoft.com/office/drawing/2014/main" id="{B8A44E83-24C7-0EEB-C9E5-212D3BF870FD}"/>
              </a:ext>
              <a:ext uri="{C183D7F6-B498-43B3-948B-1728B52AA6E4}">
                <adec:decorative xmlns:adec="http://schemas.microsoft.com/office/drawing/2017/decorative" val="0"/>
              </a:ext>
            </a:extLst>
          </p:cNvPr>
          <p:cNvGrpSpPr/>
          <p:nvPr/>
        </p:nvGrpSpPr>
        <p:grpSpPr>
          <a:xfrm>
            <a:off x="538162" y="639762"/>
            <a:ext cx="7667625" cy="5486400"/>
            <a:chOff x="528637" y="342900"/>
            <a:chExt cx="7667625" cy="5486400"/>
          </a:xfrm>
        </p:grpSpPr>
        <p:pic>
          <p:nvPicPr>
            <p:cNvPr id="5" name="Picture 4" descr="Informative graphic on Java/C++  C#  https://www.quora.com/What-is-the-easiest-and-fastest-programming-language-to-learn showing: Java/C++  C#  https://www.quora.com/What-is-the-easiest-and-fastest-programming-language-to-learn; Java/C++  C#  https://www.quora.com/What-is-the-easiest-and-fastest-programming-language-to-learn." title="Java/C++  C#  https://www.quora.com/What-is-the-easiest-and-fastest-programming-language-to-learn Graphic">
              <a:extLst>
                <a:ext uri="{FF2B5EF4-FFF2-40B4-BE49-F238E27FC236}">
                  <a16:creationId xmlns:a16="http://schemas.microsoft.com/office/drawing/2014/main" id="{D49CC66A-059D-8DA2-111D-A1924275949B}"/>
                </a:ext>
                <a:ext uri="{C183D7F6-B498-43B3-948B-1728B52AA6E4}">
                  <adec:decorative xmlns:adec="http://schemas.microsoft.com/office/drawing/2017/decorative" val="0"/>
                </a:ext>
              </a:extLst>
            </p:cNvPr>
            <p:cNvPicPr>
              <a:picLocks noChangeAspect="1"/>
            </p:cNvPicPr>
            <p:nvPr/>
          </p:nvPicPr>
          <p:blipFill>
            <a:blip r:embed="rId2"/>
            <a:stretch>
              <a:fillRect/>
            </a:stretch>
          </p:blipFill>
          <p:spPr>
            <a:xfrm>
              <a:off x="528637" y="342900"/>
              <a:ext cx="7667625" cy="5486400"/>
            </a:xfrm>
            <a:prstGeom prst="rect">
              <a:avLst/>
            </a:prstGeom>
          </p:spPr>
        </p:pic>
        <p:sp>
          <p:nvSpPr>
            <p:cNvPr id="6" name="Rectangle 5" descr="Informative graphic on Java/C++  C#  https://www.quora.com/What-is-the-easiest-and-fastest-programming-language-to-learn showing: Java/C++  C#  https://www.quora.com/What-is-the-easiest-and-fastest-programming-language-to-learn; Java/C++  C#  https://www.quora.com/What-is-the-easiest-and-fastest-programming-language-to-learn." title="Java/C++  C#  https://www.quora.com/What-is-the-easiest-and-fastest-programming-language-to-learn Graphic">
              <a:extLst>
                <a:ext uri="{FF2B5EF4-FFF2-40B4-BE49-F238E27FC236}">
                  <a16:creationId xmlns:a16="http://schemas.microsoft.com/office/drawing/2014/main" id="{5A8C0D7F-CC3A-0E22-B16D-8D9F8ECA59AB}"/>
                </a:ext>
                <a:ext uri="{C183D7F6-B498-43B3-948B-1728B52AA6E4}">
                  <adec:decorative xmlns:adec="http://schemas.microsoft.com/office/drawing/2017/decorative" val="0"/>
                </a:ext>
              </a:extLst>
            </p:cNvPr>
            <p:cNvSpPr/>
            <p:nvPr/>
          </p:nvSpPr>
          <p:spPr>
            <a:xfrm>
              <a:off x="2788444" y="3845718"/>
              <a:ext cx="4095750" cy="11088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 name="Picture 7" descr="Informative graphic on Java/C++  C#  https://www.quora.com/What-is-the-easiest-and-fastest-programming-language-to-learn showing: Java/C++  C#  https://www.quora.com/What-is-the-easiest-and-fastest-programming-language-to-learn; Java/C++  C#  https://www.quora.com/What-is-the-easiest-and-fastest-programming-language-to-learn." title="Java/C++  C#  https://www.quora.com/What-is-the-easiest-and-fastest-programming-language-to-learn Graphic">
            <a:extLst>
              <a:ext uri="{FF2B5EF4-FFF2-40B4-BE49-F238E27FC236}">
                <a16:creationId xmlns:a16="http://schemas.microsoft.com/office/drawing/2014/main" id="{45153711-C58A-1861-B293-267BB8DB1C63}"/>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2797969" y="4028084"/>
            <a:ext cx="4095750" cy="1229716"/>
          </a:xfrm>
          <a:prstGeom prst="rect">
            <a:avLst/>
          </a:prstGeom>
        </p:spPr>
      </p:pic>
      <p:sp>
        <p:nvSpPr>
          <p:cNvPr id="10" name="TextBox 9">
            <a:extLst>
              <a:ext uri="{FF2B5EF4-FFF2-40B4-BE49-F238E27FC236}">
                <a16:creationId xmlns:a16="http://schemas.microsoft.com/office/drawing/2014/main" id="{86768C5E-96C0-F24C-9895-D5F5A858ABE5}"/>
              </a:ext>
            </a:extLst>
          </p:cNvPr>
          <p:cNvSpPr txBox="1"/>
          <p:nvPr/>
        </p:nvSpPr>
        <p:spPr>
          <a:xfrm>
            <a:off x="1181100" y="6218238"/>
            <a:ext cx="2536272" cy="461665"/>
          </a:xfrm>
          <a:prstGeom prst="rect">
            <a:avLst/>
          </a:prstGeom>
          <a:noFill/>
        </p:spPr>
        <p:txBody>
          <a:bodyPr wrap="none" rtlCol="0">
            <a:spAutoFit/>
          </a:bodyPr>
          <a:lstStyle/>
          <a:p>
            <a:r>
              <a:rPr lang="it-IT" sz="1200"/>
              <a:t>Java/C++  C#  Quora Discussion</a:t>
            </a:r>
          </a:p>
          <a:p>
            <a:endParaRPr lang="en-US" sz="1200" dirty="0"/>
          </a:p>
        </p:txBody>
      </p:sp>
    </p:spTree>
    <p:extLst>
      <p:ext uri="{BB962C8B-B14F-4D97-AF65-F5344CB8AC3E}">
        <p14:creationId xmlns:p14="http://schemas.microsoft.com/office/powerpoint/2010/main" val="3524040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0289D-E78F-A5F0-A90A-F7E1DE80F916}"/>
              </a:ext>
            </a:extLst>
          </p:cNvPr>
          <p:cNvSpPr>
            <a:spLocks noGrp="1"/>
          </p:cNvSpPr>
          <p:nvPr>
            <p:ph type="title"/>
          </p:nvPr>
        </p:nvSpPr>
        <p:spPr>
          <a:xfrm>
            <a:off x="188728" y="1166019"/>
            <a:ext cx="3363396" cy="3278390"/>
          </a:xfrm>
        </p:spPr>
        <p:txBody>
          <a:bodyPr/>
          <a:lstStyle/>
          <a:p>
            <a:pPr algn="l"/>
            <a:r>
              <a:rPr lang="en-US" sz="3200" dirty="0">
                <a:solidFill>
                  <a:srgbClr val="000000"/>
                </a:solidFill>
                <a:latin typeface="Arial" panose="020B0604020202020204" pitchFamily="34" charset="0"/>
              </a:rPr>
              <a:t>A “bug” is an error, fault or flaw in a code, a program.</a:t>
            </a:r>
            <a:br>
              <a:rPr lang="en-US" sz="3200" dirty="0">
                <a:solidFill>
                  <a:srgbClr val="000000"/>
                </a:solidFill>
                <a:latin typeface="Arial" panose="020B0604020202020204" pitchFamily="34" charset="0"/>
              </a:rPr>
            </a:br>
            <a:r>
              <a:rPr lang="en-US" sz="3200" dirty="0">
                <a:solidFill>
                  <a:srgbClr val="000000"/>
                </a:solidFill>
                <a:latin typeface="Arial" panose="020B0604020202020204" pitchFamily="34" charset="0"/>
              </a:rPr>
              <a:t>So, must ‘debug’ it</a:t>
            </a:r>
          </a:p>
        </p:txBody>
      </p:sp>
      <p:pic>
        <p:nvPicPr>
          <p:cNvPr id="4" name="Picture 3" descr="Informative graphic on A “bug” is an error, fault or flaw in a code, a program.So, must ‘debug’ it showing: “Bug” and “Debug”; Bug found on 12/09/1947, 3:45p; A “bug” is an error, fault or flaw in a code, a program.So, must ‘debug’ it." title="A “bug” is an error, fault or flaw in a code, a program.So, must ‘debug’ it Graphic">
            <a:extLst>
              <a:ext uri="{FF2B5EF4-FFF2-40B4-BE49-F238E27FC236}">
                <a16:creationId xmlns:a16="http://schemas.microsoft.com/office/drawing/2014/main" id="{DF47DF95-4E9C-CC86-BD16-B377C4A3F054}"/>
              </a:ext>
              <a:ext uri="{C183D7F6-B498-43B3-948B-1728B52AA6E4}">
                <adec:decorative xmlns:adec="http://schemas.microsoft.com/office/drawing/2017/decorative" val="0"/>
              </a:ext>
            </a:extLst>
          </p:cNvPr>
          <p:cNvPicPr>
            <a:picLocks noChangeAspect="1"/>
          </p:cNvPicPr>
          <p:nvPr/>
        </p:nvPicPr>
        <p:blipFill>
          <a:blip r:embed="rId2"/>
          <a:stretch>
            <a:fillRect/>
          </a:stretch>
        </p:blipFill>
        <p:spPr>
          <a:xfrm>
            <a:off x="3552124" y="1040181"/>
            <a:ext cx="5403148" cy="5403148"/>
          </a:xfrm>
          <a:prstGeom prst="rect">
            <a:avLst/>
          </a:prstGeom>
        </p:spPr>
      </p:pic>
      <p:sp>
        <p:nvSpPr>
          <p:cNvPr id="5" name="Google Shape;65;p14">
            <a:extLst>
              <a:ext uri="{FF2B5EF4-FFF2-40B4-BE49-F238E27FC236}">
                <a16:creationId xmlns:a16="http://schemas.microsoft.com/office/drawing/2014/main" id="{A537A351-F85B-7CA7-692D-5E59C315472E}"/>
              </a:ext>
            </a:extLst>
          </p:cNvPr>
          <p:cNvSpPr txBox="1"/>
          <p:nvPr/>
        </p:nvSpPr>
        <p:spPr>
          <a:xfrm>
            <a:off x="1905000" y="228600"/>
            <a:ext cx="5105400" cy="64135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800000"/>
              </a:buClr>
              <a:buFont typeface="Arial"/>
              <a:buNone/>
            </a:pPr>
            <a:r>
              <a:rPr lang="en-US" sz="3600" b="1" dirty="0">
                <a:solidFill>
                  <a:srgbClr val="800000"/>
                </a:solidFill>
              </a:rPr>
              <a:t>“Bug” and “Debug”</a:t>
            </a:r>
            <a:endParaRPr lang="en-US" dirty="0"/>
          </a:p>
        </p:txBody>
      </p:sp>
      <p:sp>
        <p:nvSpPr>
          <p:cNvPr id="6" name="TextBox 5">
            <a:extLst>
              <a:ext uri="{FF2B5EF4-FFF2-40B4-BE49-F238E27FC236}">
                <a16:creationId xmlns:a16="http://schemas.microsoft.com/office/drawing/2014/main" id="{FBE4B348-57F7-F7F5-A993-B808C4849543}"/>
              </a:ext>
            </a:extLst>
          </p:cNvPr>
          <p:cNvSpPr txBox="1"/>
          <p:nvPr/>
        </p:nvSpPr>
        <p:spPr>
          <a:xfrm>
            <a:off x="265814" y="5289980"/>
            <a:ext cx="2739853" cy="307777"/>
          </a:xfrm>
          <a:prstGeom prst="rect">
            <a:avLst/>
          </a:prstGeom>
          <a:noFill/>
          <a:ln>
            <a:solidFill>
              <a:srgbClr val="FF0000"/>
            </a:solidFill>
          </a:ln>
        </p:spPr>
        <p:txBody>
          <a:bodyPr wrap="none" rtlCol="0">
            <a:spAutoFit/>
          </a:bodyPr>
          <a:lstStyle/>
          <a:p>
            <a:r>
              <a:rPr lang="en-US" dirty="0"/>
              <a:t>Bug found on 12/09/1947, 3:45p</a:t>
            </a:r>
          </a:p>
        </p:txBody>
      </p:sp>
      <p:cxnSp>
        <p:nvCxnSpPr>
          <p:cNvPr id="8" name="Straight Arrow Connector 7" descr="Informative graphic on A “bug” is an error, fault or flaw in a code, a program.So, must ‘debug’ it showing: “Bug” and “Debug”; Bug found on 12/09/1947, 3:45p; A “bug” is an error, fault or flaw in a code, a program.So, must ‘debug’ it." title="A “bug” is an error, fault or flaw in a code, a program.So, must ‘debug’ it Graphic">
            <a:extLst>
              <a:ext uri="{FF2B5EF4-FFF2-40B4-BE49-F238E27FC236}">
                <a16:creationId xmlns:a16="http://schemas.microsoft.com/office/drawing/2014/main" id="{DE65B5C3-E540-FFAF-9652-0162BBCEC8F2}"/>
              </a:ext>
              <a:ext uri="{C183D7F6-B498-43B3-948B-1728B52AA6E4}">
                <adec:decorative xmlns:adec="http://schemas.microsoft.com/office/drawing/2017/decorative" val="0"/>
              </a:ext>
            </a:extLst>
          </p:cNvPr>
          <p:cNvCxnSpPr>
            <a:stCxn id="6" idx="3"/>
          </p:cNvCxnSpPr>
          <p:nvPr/>
        </p:nvCxnSpPr>
        <p:spPr>
          <a:xfrm flipV="1">
            <a:off x="3005667" y="3827721"/>
            <a:ext cx="1810882" cy="16161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 Placeholder 8" descr="Informative graphic on A “bug” is an error, fault or flaw in a code, a program.So, must ‘debug’ it showing: “Bug” and “Debug”; Bug found on 12/09/1947, 3:45p; A “bug” is an error, fault or flaw in a code, a program.So, must ‘debug’ it." title="A “bug” is an error, fault or flaw in a code, a program.So, must ‘debug’ it Graphic">
            <a:extLst>
              <a:ext uri="{FF2B5EF4-FFF2-40B4-BE49-F238E27FC236}">
                <a16:creationId xmlns:a16="http://schemas.microsoft.com/office/drawing/2014/main" id="{718AA8E4-50CA-BF95-97F1-CC779C16688F}"/>
              </a:ext>
              <a:ext uri="{C183D7F6-B498-43B3-948B-1728B52AA6E4}">
                <adec:decorative xmlns:adec="http://schemas.microsoft.com/office/drawing/2017/decorative" val="0"/>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3983749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3" name="Title 2">
            <a:extLst>
              <a:ext uri="{FF2B5EF4-FFF2-40B4-BE49-F238E27FC236}">
                <a16:creationId xmlns:a16="http://schemas.microsoft.com/office/drawing/2014/main" id="{44C6777B-D2D0-BCEE-33A4-4F88A671BEAD}"/>
              </a:ext>
            </a:extLst>
          </p:cNvPr>
          <p:cNvSpPr>
            <a:spLocks noGrp="1"/>
          </p:cNvSpPr>
          <p:nvPr>
            <p:ph type="title"/>
          </p:nvPr>
        </p:nvSpPr>
        <p:spPr>
          <a:xfrm>
            <a:off x="1905000" y="228600"/>
            <a:ext cx="5105400" cy="641350"/>
          </a:xfrm>
        </p:spPr>
        <p:txBody>
          <a:bodyPr/>
          <a:lstStyle/>
          <a:p>
            <a:r>
              <a:rPr lang="en-US" sz="3600" b="1" dirty="0">
                <a:solidFill>
                  <a:srgbClr val="000000"/>
                </a:solidFill>
                <a:latin typeface="Arial" panose="020B0604020202020204" pitchFamily="34" charset="0"/>
              </a:rPr>
              <a:t>Introduction to Alice</a:t>
            </a:r>
          </a:p>
        </p:txBody>
      </p:sp>
      <p:sp>
        <p:nvSpPr>
          <p:cNvPr id="66" name="Google Shape;66;p14"/>
          <p:cNvSpPr/>
          <p:nvPr/>
        </p:nvSpPr>
        <p:spPr>
          <a:xfrm>
            <a:off x="7467600" y="0"/>
            <a:ext cx="1447800" cy="914400"/>
          </a:xfrm>
          <a:prstGeom prst="ellipse">
            <a:avLst/>
          </a:prstGeom>
          <a:solidFill>
            <a:schemeClr val="accen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Font typeface="Arial"/>
              <a:buNone/>
            </a:pPr>
            <a:r>
              <a:rPr lang="en-US" sz="1800" b="0" i="0" u="none" dirty="0">
                <a:solidFill>
                  <a:schemeClr val="dk1"/>
                </a:solidFill>
                <a:latin typeface="Arial"/>
                <a:ea typeface="Arial"/>
                <a:cs typeface="Arial"/>
                <a:sym typeface="Arial"/>
              </a:rPr>
              <a:t>Chapter</a:t>
            </a:r>
            <a:endParaRPr lang="en-US" dirty="0"/>
          </a:p>
          <a:p>
            <a:pPr marL="0" marR="0" lvl="0" indent="0" algn="ctr" rtl="0">
              <a:lnSpc>
                <a:spcPct val="100000"/>
              </a:lnSpc>
              <a:spcBef>
                <a:spcPts val="0"/>
              </a:spcBef>
              <a:spcAft>
                <a:spcPts val="0"/>
              </a:spcAft>
              <a:buClr>
                <a:schemeClr val="dk1"/>
              </a:buClr>
              <a:buFont typeface="Arial"/>
              <a:buNone/>
            </a:pPr>
            <a:r>
              <a:rPr lang="en-US" sz="1800" b="0" i="0" u="none" dirty="0">
                <a:solidFill>
                  <a:schemeClr val="dk1"/>
                </a:solidFill>
                <a:latin typeface="Arial"/>
                <a:ea typeface="Arial"/>
                <a:cs typeface="Arial"/>
                <a:sym typeface="Arial"/>
              </a:rPr>
              <a:t>1</a:t>
            </a:r>
            <a:endParaRPr lang="en-US" dirty="0"/>
          </a:p>
        </p:txBody>
      </p:sp>
      <p:sp>
        <p:nvSpPr>
          <p:cNvPr id="64" name="Google Shape;64;p14"/>
          <p:cNvSpPr txBox="1">
            <a:spLocks noGrp="1"/>
          </p:cNvSpPr>
          <p:nvPr>
            <p:ph type="body" idx="1"/>
          </p:nvPr>
        </p:nvSpPr>
        <p:spPr>
          <a:xfrm>
            <a:off x="457200" y="914400"/>
            <a:ext cx="8229600" cy="3609975"/>
          </a:xfrm>
          <a:prstGeom prst="rect">
            <a:avLst/>
          </a:prstGeom>
          <a:noFill/>
          <a:ln>
            <a:noFill/>
          </a:ln>
        </p:spPr>
        <p:txBody>
          <a:bodyPr spcFirstLastPara="1" wrap="square" lIns="91425" tIns="45700" rIns="91425" bIns="45700" anchor="t" anchorCtr="0">
            <a:noAutofit/>
          </a:bodyPr>
          <a:lstStyle/>
          <a:p>
            <a:pPr marL="342900" marR="0" lvl="0" indent="-342900" algn="l" rtl="0">
              <a:lnSpc>
                <a:spcPct val="90000"/>
              </a:lnSpc>
              <a:spcBef>
                <a:spcPts val="0"/>
              </a:spcBef>
              <a:spcAft>
                <a:spcPts val="0"/>
              </a:spcAft>
              <a:buClr>
                <a:schemeClr val="dk1"/>
              </a:buClr>
              <a:buSzPts val="2400"/>
              <a:buFont typeface="Arial"/>
              <a:buChar char="•"/>
            </a:pPr>
            <a:r>
              <a:rPr lang="en-US" sz="2000" i="0" u="none" strike="noStrike" cap="none">
                <a:solidFill>
                  <a:schemeClr val="dk1"/>
                </a:solidFill>
                <a:sym typeface="Arial"/>
              </a:rPr>
              <a:t>Alice is named in honor of Lewis Carroll’s “Alice in Wonderland”</a:t>
            </a:r>
          </a:p>
          <a:p>
            <a:pPr marL="342900" marR="0" lvl="0" indent="-342900" algn="l" rtl="0">
              <a:lnSpc>
                <a:spcPct val="90000"/>
              </a:lnSpc>
              <a:spcBef>
                <a:spcPts val="0"/>
              </a:spcBef>
              <a:spcAft>
                <a:spcPts val="0"/>
              </a:spcAft>
              <a:buClr>
                <a:schemeClr val="dk1"/>
              </a:buClr>
              <a:buSzPts val="2400"/>
              <a:buFont typeface="Arial"/>
              <a:buChar char="•"/>
            </a:pPr>
            <a:r>
              <a:rPr lang="en-US" sz="2000" i="0" u="none" strike="noStrike" cap="none">
                <a:solidFill>
                  <a:schemeClr val="dk1"/>
                </a:solidFill>
                <a:sym typeface="Arial"/>
              </a:rPr>
              <a:t>A “modern” programming tool</a:t>
            </a:r>
          </a:p>
          <a:p>
            <a:pPr marL="342900" marR="0" lvl="0" indent="-342900" algn="l" rtl="0">
              <a:lnSpc>
                <a:spcPct val="90000"/>
              </a:lnSpc>
              <a:spcBef>
                <a:spcPts val="0"/>
              </a:spcBef>
              <a:spcAft>
                <a:spcPts val="0"/>
              </a:spcAft>
              <a:buClr>
                <a:schemeClr val="dk1"/>
              </a:buClr>
              <a:buSzPts val="2400"/>
              <a:buFont typeface="Arial"/>
              <a:buChar char="•"/>
            </a:pPr>
            <a:r>
              <a:rPr lang="en-US" sz="2000" i="0" u="none" strike="noStrike" cap="none">
                <a:solidFill>
                  <a:schemeClr val="dk1"/>
                </a:solidFill>
                <a:sym typeface="Arial"/>
              </a:rPr>
              <a:t> 3-D graphics</a:t>
            </a:r>
          </a:p>
          <a:p>
            <a:pPr marL="342900" marR="0" lvl="0" indent="-342900" algn="l" rtl="0">
              <a:lnSpc>
                <a:spcPct val="90000"/>
              </a:lnSpc>
              <a:spcBef>
                <a:spcPts val="0"/>
              </a:spcBef>
              <a:spcAft>
                <a:spcPts val="0"/>
              </a:spcAft>
              <a:buClr>
                <a:schemeClr val="dk1"/>
              </a:buClr>
              <a:buSzPts val="2400"/>
              <a:buFont typeface="Arial"/>
              <a:buChar char="•"/>
            </a:pPr>
            <a:r>
              <a:rPr lang="en-US" sz="2000" i="0" u="none" strike="noStrike" cap="none">
                <a:solidFill>
                  <a:schemeClr val="dk1"/>
                </a:solidFill>
                <a:sym typeface="Arial"/>
              </a:rPr>
              <a:t> 3-D models of objects</a:t>
            </a:r>
          </a:p>
          <a:p>
            <a:pPr marL="342900" marR="0" lvl="0" indent="-342900" algn="l" rtl="0">
              <a:lnSpc>
                <a:spcPct val="90000"/>
              </a:lnSpc>
              <a:spcBef>
                <a:spcPts val="0"/>
              </a:spcBef>
              <a:spcAft>
                <a:spcPts val="0"/>
              </a:spcAft>
              <a:buClr>
                <a:schemeClr val="dk1"/>
              </a:buClr>
              <a:buSzPts val="2400"/>
              <a:buFont typeface="Arial"/>
              <a:buChar char="•"/>
            </a:pPr>
            <a:r>
              <a:rPr lang="en-US" sz="2000" i="0" u="none" strike="noStrike" cap="none">
                <a:solidFill>
                  <a:schemeClr val="dk1"/>
                </a:solidFill>
                <a:sym typeface="Arial"/>
              </a:rPr>
              <a:t>What is an object wrt programming?</a:t>
            </a:r>
          </a:p>
          <a:p>
            <a:pPr marL="342900" marR="0" lvl="0" indent="-342900" algn="l" rtl="0">
              <a:lnSpc>
                <a:spcPct val="90000"/>
              </a:lnSpc>
              <a:spcBef>
                <a:spcPts val="0"/>
              </a:spcBef>
              <a:spcAft>
                <a:spcPts val="0"/>
              </a:spcAft>
              <a:buClr>
                <a:schemeClr val="dk1"/>
              </a:buClr>
              <a:buSzPts val="2400"/>
              <a:buFont typeface="Arial"/>
              <a:buChar char="•"/>
            </a:pPr>
            <a:r>
              <a:rPr lang="en-US" sz="2000" i="0" u="none" strike="noStrike" cap="none">
                <a:solidFill>
                  <a:schemeClr val="dk1"/>
                </a:solidFill>
                <a:sym typeface="Arial"/>
              </a:rPr>
              <a:t>Animation</a:t>
            </a:r>
          </a:p>
          <a:p>
            <a:pPr marL="342900" marR="0" lvl="0" indent="-342900" algn="l" rtl="0">
              <a:lnSpc>
                <a:spcPct val="90000"/>
              </a:lnSpc>
              <a:spcBef>
                <a:spcPts val="0"/>
              </a:spcBef>
              <a:spcAft>
                <a:spcPts val="0"/>
              </a:spcAft>
              <a:buClr>
                <a:schemeClr val="dk1"/>
              </a:buClr>
              <a:buSzPts val="2400"/>
              <a:buFont typeface="Arial"/>
              <a:buChar char="•"/>
            </a:pPr>
            <a:r>
              <a:rPr lang="en-US" sz="2000" i="0" u="none" strike="noStrike" cap="none">
                <a:solidFill>
                  <a:schemeClr val="dk1"/>
                </a:solidFill>
                <a:sym typeface="Arial"/>
              </a:rPr>
              <a:t> Objects can be made to move around in the virtual World (a video game or simulation implemented in 3-D)</a:t>
            </a:r>
          </a:p>
          <a:p>
            <a:pPr marL="342900" marR="0" lvl="0" indent="-342900" algn="l" rtl="0">
              <a:lnSpc>
                <a:spcPct val="90000"/>
              </a:lnSpc>
              <a:spcBef>
                <a:spcPts val="0"/>
              </a:spcBef>
              <a:spcAft>
                <a:spcPts val="0"/>
              </a:spcAft>
              <a:buClr>
                <a:schemeClr val="dk1"/>
              </a:buClr>
              <a:buSzPts val="2400"/>
              <a:buFont typeface="Arial"/>
              <a:buChar char="•"/>
            </a:pPr>
            <a:r>
              <a:rPr lang="en-US" sz="2000" i="0" u="none" strike="noStrike" cap="none">
                <a:solidFill>
                  <a:schemeClr val="dk1"/>
                </a:solidFill>
                <a:sym typeface="Arial"/>
              </a:rPr>
              <a:t>Use the software download (version 2.6 or the latest) from the web Alice 2 Download Page or on the CD from the book (version 2.2)</a:t>
            </a:r>
            <a:endParaRPr lang="en-US" sz="2000" u="sng" dirty="0">
              <a:solidFill>
                <a:schemeClr val="hlink"/>
              </a:solidFill>
            </a:endParaRPr>
          </a:p>
        </p:txBody>
      </p:sp>
      <p:sp>
        <p:nvSpPr>
          <p:cNvPr id="2" name="Rectangle 1">
            <a:extLst>
              <a:ext uri="{FF2B5EF4-FFF2-40B4-BE49-F238E27FC236}">
                <a16:creationId xmlns:a16="http://schemas.microsoft.com/office/drawing/2014/main" id="{6B764D5E-5FFD-4E4A-B468-DF1B74F00A6C}"/>
              </a:ext>
            </a:extLst>
          </p:cNvPr>
          <p:cNvSpPr/>
          <p:nvPr/>
        </p:nvSpPr>
        <p:spPr>
          <a:xfrm>
            <a:off x="513601" y="4607090"/>
            <a:ext cx="8411324" cy="1815882"/>
          </a:xfrm>
          <a:prstGeom prst="rect">
            <a:avLst/>
          </a:prstGeom>
          <a:ln>
            <a:solidFill>
              <a:srgbClr val="FF0000"/>
            </a:solidFill>
          </a:ln>
        </p:spPr>
        <p:txBody>
          <a:bodyPr wrap="square">
            <a:spAutoFit/>
          </a:bodyPr>
          <a:lstStyle/>
          <a:p>
            <a:pPr marL="800100" indent="-342900">
              <a:buFont typeface="Wingdings" panose="05000000000000000000" pitchFamily="2" charset="2"/>
              <a:buChar char="è"/>
            </a:pPr>
            <a:r>
              <a:rPr lang="en-US" sz="1600" dirty="0">
                <a:solidFill>
                  <a:srgbClr val="A00000"/>
                </a:solidFill>
                <a:sym typeface="Wingdings" panose="05000000000000000000" pitchFamily="2" charset="2"/>
              </a:rPr>
              <a:t>Download and Install Alice-2</a:t>
            </a:r>
          </a:p>
          <a:p>
            <a:pPr marL="800100" indent="-342900">
              <a:buFont typeface="Wingdings" panose="05000000000000000000" pitchFamily="2" charset="2"/>
              <a:buChar char="è"/>
            </a:pPr>
            <a:r>
              <a:rPr lang="en-US" sz="1600" dirty="0">
                <a:solidFill>
                  <a:srgbClr val="A00000"/>
                </a:solidFill>
                <a:sym typeface="Wingdings" panose="05000000000000000000" pitchFamily="2" charset="2"/>
              </a:rPr>
              <a:t>Follow the download instructions posted on Bb, depending on your Operation System (Windows or Mac)</a:t>
            </a:r>
          </a:p>
          <a:p>
            <a:pPr marL="800100" indent="-342900">
              <a:buFont typeface="Wingdings" panose="05000000000000000000" pitchFamily="2" charset="2"/>
              <a:buChar char="è"/>
            </a:pPr>
            <a:r>
              <a:rPr lang="en-US" sz="1600" dirty="0">
                <a:solidFill>
                  <a:srgbClr val="A00000"/>
                </a:solidFill>
                <a:sym typeface="Wingdings" panose="05000000000000000000" pitchFamily="2" charset="2"/>
              </a:rPr>
              <a:t>Mac &amp; Chromebook ‘tips’?</a:t>
            </a:r>
          </a:p>
          <a:p>
            <a:pPr marL="800100" lvl="1" indent="-342900">
              <a:buFont typeface="Wingdings" panose="05000000000000000000" pitchFamily="2" charset="2"/>
              <a:buChar char="è"/>
            </a:pPr>
            <a:r>
              <a:rPr lang="en-US" sz="1600" dirty="0">
                <a:solidFill>
                  <a:srgbClr val="A00000"/>
                </a:solidFill>
                <a:highlight>
                  <a:srgbClr val="FFFF00"/>
                </a:highlight>
                <a:sym typeface="Wingdings" panose="05000000000000000000" pitchFamily="2" charset="2"/>
              </a:rPr>
              <a:t>If you have a recently updated Mac, Alice2 will NOT work. Use classroom machine or BS102 Windows machine. Email work to yourself or save it on USB stick. When using machines in BS102, search for Alice2 @ lower left.</a:t>
            </a:r>
            <a:endParaRPr lang="en-US" sz="1600" dirty="0">
              <a:solidFill>
                <a:srgbClr val="A00000"/>
              </a:solidFill>
              <a:highlight>
                <a:srgbClr val="FFFF00"/>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2" name="Title 1">
            <a:extLst>
              <a:ext uri="{FF2B5EF4-FFF2-40B4-BE49-F238E27FC236}">
                <a16:creationId xmlns:a16="http://schemas.microsoft.com/office/drawing/2014/main" id="{4FE58AF7-85D7-30D9-9491-60A6729798BD}"/>
              </a:ext>
            </a:extLst>
          </p:cNvPr>
          <p:cNvSpPr>
            <a:spLocks noGrp="1"/>
          </p:cNvSpPr>
          <p:nvPr>
            <p:ph type="title"/>
          </p:nvPr>
        </p:nvSpPr>
        <p:spPr>
          <a:xfrm>
            <a:off x="2438400" y="304800"/>
            <a:ext cx="4419600" cy="641350"/>
          </a:xfrm>
        </p:spPr>
        <p:txBody>
          <a:bodyPr/>
          <a:lstStyle/>
          <a:p>
            <a:r>
              <a:rPr lang="en-US" sz="3600" b="1" dirty="0">
                <a:solidFill>
                  <a:srgbClr val="000000"/>
                </a:solidFill>
                <a:latin typeface="Arial" panose="020B0604020202020204" pitchFamily="34" charset="0"/>
              </a:rPr>
              <a:t>2D vs. 3D</a:t>
            </a:r>
          </a:p>
        </p:txBody>
      </p:sp>
      <p:sp>
        <p:nvSpPr>
          <p:cNvPr id="72" name="Google Shape;72;p15"/>
          <p:cNvSpPr txBox="1">
            <a:spLocks noGrp="1"/>
          </p:cNvSpPr>
          <p:nvPr>
            <p:ph type="body" idx="1"/>
          </p:nvPr>
        </p:nvSpPr>
        <p:spPr>
          <a:xfrm>
            <a:off x="304800" y="914400"/>
            <a:ext cx="8686900" cy="5562600"/>
          </a:xfrm>
          <a:prstGeom prst="rect">
            <a:avLst/>
          </a:prstGeom>
          <a:noFill/>
          <a:ln>
            <a:noFill/>
          </a:ln>
        </p:spPr>
        <p:txBody>
          <a:bodyPr spcFirstLastPara="1" wrap="square" lIns="91425" tIns="45700" rIns="91425" bIns="45700" anchor="t" anchorCtr="0">
            <a:noAutofit/>
          </a:bodyPr>
          <a:lstStyle/>
          <a:p>
            <a:pPr marL="0" indent="0">
              <a:lnSpc>
                <a:spcPct val="90000"/>
              </a:lnSpc>
              <a:spcBef>
                <a:spcPts val="0"/>
              </a:spcBef>
              <a:buSzPts val="2800"/>
              <a:buNone/>
            </a:pPr>
            <a:r>
              <a:rPr lang="en-US" sz="2400" dirty="0"/>
              <a:t>* 2D                                                * 3D</a:t>
            </a:r>
          </a:p>
        </p:txBody>
      </p:sp>
      <p:pic>
        <p:nvPicPr>
          <p:cNvPr id="7" name="Picture 2" descr="Informative graphic on 2D vs. 3D showing: * 2D                                                * 3D; 2D vs. 3D." title="2D vs. 3D Graphic">
            <a:extLst>
              <a:ext uri="{FF2B5EF4-FFF2-40B4-BE49-F238E27FC236}">
                <a16:creationId xmlns:a16="http://schemas.microsoft.com/office/drawing/2014/main" id="{C7BBCCA6-98DE-4768-877D-D108D56251A1}"/>
              </a:ext>
              <a:ext uri="{C183D7F6-B498-43B3-948B-1728B52AA6E4}">
                <adec:decorative xmlns:adec="http://schemas.microsoft.com/office/drawing/2017/decorative" val="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5037" y="4480080"/>
            <a:ext cx="1685925" cy="17145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Informative graphic on 2D vs. 3D showing: * 2D                                                * 3D; 2D vs. 3D." title="2D vs. 3D Graphic">
            <a:extLst>
              <a:ext uri="{FF2B5EF4-FFF2-40B4-BE49-F238E27FC236}">
                <a16:creationId xmlns:a16="http://schemas.microsoft.com/office/drawing/2014/main" id="{1B6B6840-77D1-41B6-92EB-E90DAB42480E}"/>
              </a:ext>
              <a:ext uri="{C183D7F6-B498-43B3-948B-1728B52AA6E4}">
                <adec:decorative xmlns:adec="http://schemas.microsoft.com/office/drawing/2017/decorative" val="0"/>
              </a:ext>
            </a:extLst>
          </p:cNvPr>
          <p:cNvPicPr>
            <a:picLocks noChangeAspect="1"/>
          </p:cNvPicPr>
          <p:nvPr/>
        </p:nvPicPr>
        <p:blipFill>
          <a:blip r:embed="rId4"/>
          <a:stretch>
            <a:fillRect/>
          </a:stretch>
        </p:blipFill>
        <p:spPr>
          <a:xfrm>
            <a:off x="587828" y="2259272"/>
            <a:ext cx="3069494" cy="2872855"/>
          </a:xfrm>
          <a:prstGeom prst="rect">
            <a:avLst/>
          </a:prstGeom>
        </p:spPr>
      </p:pic>
      <p:pic>
        <p:nvPicPr>
          <p:cNvPr id="5" name="Picture 4" descr="Informative graphic on 2D vs. 3D showing: * 2D                                                * 3D; 2D vs. 3D." title="2D vs. 3D Graphic">
            <a:extLst>
              <a:ext uri="{FF2B5EF4-FFF2-40B4-BE49-F238E27FC236}">
                <a16:creationId xmlns:a16="http://schemas.microsoft.com/office/drawing/2014/main" id="{F2193FD5-9766-4F44-BEF0-BBB762528D01}"/>
              </a:ext>
              <a:ext uri="{C183D7F6-B498-43B3-948B-1728B52AA6E4}">
                <adec:decorative xmlns:adec="http://schemas.microsoft.com/office/drawing/2017/decorative" val="0"/>
              </a:ext>
            </a:extLst>
          </p:cNvPr>
          <p:cNvPicPr>
            <a:picLocks noChangeAspect="1"/>
          </p:cNvPicPr>
          <p:nvPr/>
        </p:nvPicPr>
        <p:blipFill>
          <a:blip r:embed="rId5"/>
          <a:stretch>
            <a:fillRect/>
          </a:stretch>
        </p:blipFill>
        <p:spPr>
          <a:xfrm>
            <a:off x="5212243" y="1315214"/>
            <a:ext cx="3069494" cy="2882447"/>
          </a:xfrm>
          <a:prstGeom prst="rect">
            <a:avLst/>
          </a:prstGeom>
        </p:spPr>
      </p:pic>
    </p:spTree>
    <p:extLst>
      <p:ext uri="{BB962C8B-B14F-4D97-AF65-F5344CB8AC3E}">
        <p14:creationId xmlns:p14="http://schemas.microsoft.com/office/powerpoint/2010/main" val="22934012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2" name="Title 1">
            <a:extLst>
              <a:ext uri="{FF2B5EF4-FFF2-40B4-BE49-F238E27FC236}">
                <a16:creationId xmlns:a16="http://schemas.microsoft.com/office/drawing/2014/main" id="{8F7D531E-E87A-0EE8-4077-FB164CD41394}"/>
              </a:ext>
            </a:extLst>
          </p:cNvPr>
          <p:cNvSpPr>
            <a:spLocks noGrp="1"/>
          </p:cNvSpPr>
          <p:nvPr>
            <p:ph type="title"/>
          </p:nvPr>
        </p:nvSpPr>
        <p:spPr>
          <a:xfrm>
            <a:off x="2438400" y="304800"/>
            <a:ext cx="4419600" cy="641350"/>
          </a:xfrm>
        </p:spPr>
        <p:txBody>
          <a:bodyPr/>
          <a:lstStyle/>
          <a:p>
            <a:r>
              <a:rPr lang="en-US" sz="2400" b="1" dirty="0">
                <a:solidFill>
                  <a:srgbClr val="000000"/>
                </a:solidFill>
                <a:latin typeface="Arial" panose="020B0604020202020204" pitchFamily="34" charset="0"/>
              </a:rPr>
              <a:t>2D vs. 3D with Animation </a:t>
            </a:r>
          </a:p>
        </p:txBody>
      </p:sp>
      <p:sp>
        <p:nvSpPr>
          <p:cNvPr id="72" name="Google Shape;72;p15"/>
          <p:cNvSpPr txBox="1">
            <a:spLocks noGrp="1"/>
          </p:cNvSpPr>
          <p:nvPr>
            <p:ph type="body" idx="1"/>
          </p:nvPr>
        </p:nvSpPr>
        <p:spPr>
          <a:xfrm>
            <a:off x="304800" y="914400"/>
            <a:ext cx="8686900" cy="5562600"/>
          </a:xfrm>
          <a:prstGeom prst="rect">
            <a:avLst/>
          </a:prstGeom>
          <a:noFill/>
          <a:ln>
            <a:noFill/>
          </a:ln>
        </p:spPr>
        <p:txBody>
          <a:bodyPr spcFirstLastPara="1" wrap="square" lIns="91425" tIns="45700" rIns="91425" bIns="45700" anchor="t" anchorCtr="0">
            <a:noAutofit/>
          </a:bodyPr>
          <a:lstStyle/>
          <a:p>
            <a:pPr marL="0" indent="0">
              <a:lnSpc>
                <a:spcPct val="90000"/>
              </a:lnSpc>
              <a:spcBef>
                <a:spcPts val="0"/>
              </a:spcBef>
              <a:buSzPts val="2800"/>
              <a:buNone/>
            </a:pPr>
            <a:r>
              <a:rPr lang="en-US" sz="2400" dirty="0"/>
              <a:t>* 2D                                                * 3D</a:t>
            </a:r>
          </a:p>
        </p:txBody>
      </p:sp>
      <p:grpSp>
        <p:nvGrpSpPr>
          <p:cNvPr id="8" name="Group 7" descr="Grouped diagram illustrating 2D vs. 3D with Animation with multiple visual components." title="2D vs. 3D with Animation Diagram">
            <a:extLst>
              <a:ext uri="{FF2B5EF4-FFF2-40B4-BE49-F238E27FC236}">
                <a16:creationId xmlns:a16="http://schemas.microsoft.com/office/drawing/2014/main" id="{0AD3E50A-CFA1-4FC8-9894-7EAD23EC20A6}"/>
              </a:ext>
              <a:ext uri="{C183D7F6-B498-43B3-948B-1728B52AA6E4}">
                <adec:decorative xmlns:adec="http://schemas.microsoft.com/office/drawing/2017/decorative" val="0"/>
              </a:ext>
            </a:extLst>
          </p:cNvPr>
          <p:cNvGrpSpPr/>
          <p:nvPr/>
        </p:nvGrpSpPr>
        <p:grpSpPr>
          <a:xfrm>
            <a:off x="5344993" y="3747161"/>
            <a:ext cx="3494208" cy="2498759"/>
            <a:chOff x="5444057" y="4259254"/>
            <a:chExt cx="3061210" cy="2159205"/>
          </a:xfrm>
        </p:grpSpPr>
        <p:pic>
          <p:nvPicPr>
            <p:cNvPr id="9" name="Picture 8" descr="Informative graphic on 2D vs. 3D with Animation showing: * 2D                                                * 3D; 2D vs. 3D with Animation." title="2D vs. 3D with Animation Graphic">
              <a:extLst>
                <a:ext uri="{FF2B5EF4-FFF2-40B4-BE49-F238E27FC236}">
                  <a16:creationId xmlns:a16="http://schemas.microsoft.com/office/drawing/2014/main" id="{ED5B1617-9A53-4F92-B400-E8DAE79B6C4A}"/>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5444057" y="4259254"/>
              <a:ext cx="2706269" cy="1841379"/>
            </a:xfrm>
            <a:prstGeom prst="rect">
              <a:avLst/>
            </a:prstGeom>
          </p:spPr>
        </p:pic>
        <p:sp>
          <p:nvSpPr>
            <p:cNvPr id="10" name="Rectangle 9">
              <a:extLst>
                <a:ext uri="{FF2B5EF4-FFF2-40B4-BE49-F238E27FC236}">
                  <a16:creationId xmlns:a16="http://schemas.microsoft.com/office/drawing/2014/main" id="{6BD67326-247A-45CD-A9E7-07BFADDAD3DC}"/>
                </a:ext>
              </a:extLst>
            </p:cNvPr>
            <p:cNvSpPr/>
            <p:nvPr/>
          </p:nvSpPr>
          <p:spPr>
            <a:xfrm>
              <a:off x="5660212" y="6099315"/>
              <a:ext cx="2845055" cy="319144"/>
            </a:xfrm>
            <a:prstGeom prst="rect">
              <a:avLst/>
            </a:prstGeom>
          </p:spPr>
          <p:txBody>
            <a:bodyPr wrap="square">
              <a:spAutoFit/>
            </a:bodyPr>
            <a:lstStyle/>
            <a:p>
              <a:r>
                <a:rPr lang="fr-FR" sz="900"/>
                <a:t>Wikipedia Article – Motion Capture Technique</a:t>
              </a:r>
            </a:p>
            <a:p>
              <a:endParaRPr lang="en-US" sz="900" dirty="0"/>
            </a:p>
          </p:txBody>
        </p:sp>
      </p:grpSp>
      <p:grpSp>
        <p:nvGrpSpPr>
          <p:cNvPr id="11" name="Group 10" descr="Grouped diagram illustrating 2D vs. 3D with Animation with multiple visual components." title="2D vs. 3D with Animation Diagram">
            <a:extLst>
              <a:ext uri="{FF2B5EF4-FFF2-40B4-BE49-F238E27FC236}">
                <a16:creationId xmlns:a16="http://schemas.microsoft.com/office/drawing/2014/main" id="{F9111446-F5E6-49E2-869D-13A19E61690F}"/>
              </a:ext>
              <a:ext uri="{C183D7F6-B498-43B3-948B-1728B52AA6E4}">
                <adec:decorative xmlns:adec="http://schemas.microsoft.com/office/drawing/2017/decorative" val="0"/>
              </a:ext>
            </a:extLst>
          </p:cNvPr>
          <p:cNvGrpSpPr/>
          <p:nvPr/>
        </p:nvGrpSpPr>
        <p:grpSpPr>
          <a:xfrm>
            <a:off x="383304" y="1555750"/>
            <a:ext cx="2588664" cy="1363533"/>
            <a:chOff x="4682035" y="1781185"/>
            <a:chExt cx="1966317" cy="1190055"/>
          </a:xfrm>
        </p:grpSpPr>
        <p:pic>
          <p:nvPicPr>
            <p:cNvPr id="12" name="Picture 4" descr="Informative graphic on 2D vs. 3D with Animation showing: * 2D                                                * 3D; 2D vs. 3D with Animation." title="2D vs. 3D with Animation Graphic">
              <a:extLst>
                <a:ext uri="{FF2B5EF4-FFF2-40B4-BE49-F238E27FC236}">
                  <a16:creationId xmlns:a16="http://schemas.microsoft.com/office/drawing/2014/main" id="{A36C066A-A40F-4E28-A38A-E08627F05EA2}"/>
                </a:ext>
                <a:ext uri="{C183D7F6-B498-43B3-948B-1728B52AA6E4}">
                  <adec:decorative xmlns:adec="http://schemas.microsoft.com/office/drawing/2017/decorative" val="0"/>
                </a:ext>
              </a:extLst>
            </p:cNvPr>
            <p:cNvPicPr>
              <a:picLocks noChangeAspect="1" noChangeArrowheads="1" noCrop="1"/>
            </p:cNvPicPr>
            <p:nvPr/>
          </p:nvPicPr>
          <p:blipFill>
            <a:blip r:embed="rId4" cstate="print"/>
            <a:srcRect/>
            <a:stretch>
              <a:fillRect/>
            </a:stretch>
          </p:blipFill>
          <p:spPr bwMode="auto">
            <a:xfrm>
              <a:off x="5121735" y="1781185"/>
              <a:ext cx="1526617" cy="1004932"/>
            </a:xfrm>
            <a:prstGeom prst="rect">
              <a:avLst/>
            </a:prstGeom>
            <a:noFill/>
          </p:spPr>
        </p:pic>
        <p:sp>
          <p:nvSpPr>
            <p:cNvPr id="13" name="Rectangle 12">
              <a:extLst>
                <a:ext uri="{FF2B5EF4-FFF2-40B4-BE49-F238E27FC236}">
                  <a16:creationId xmlns:a16="http://schemas.microsoft.com/office/drawing/2014/main" id="{76C0FC7D-CC12-4791-BF65-CA68B455319A}"/>
                </a:ext>
              </a:extLst>
            </p:cNvPr>
            <p:cNvSpPr/>
            <p:nvPr/>
          </p:nvSpPr>
          <p:spPr>
            <a:xfrm>
              <a:off x="4682035" y="2769776"/>
              <a:ext cx="1957086" cy="201464"/>
            </a:xfrm>
            <a:prstGeom prst="rect">
              <a:avLst/>
            </a:prstGeom>
          </p:spPr>
          <p:txBody>
            <a:bodyPr wrap="square">
              <a:spAutoFit/>
            </a:bodyPr>
            <a:lstStyle/>
            <a:p>
              <a:pPr lvl="1"/>
              <a:r>
                <a:rPr lang="en-US" sz="900">
                  <a:hlinkClick r:id="rId5"/>
                </a:rPr>
                <a:t>Wikimedia Commons Resource</a:t>
              </a:r>
              <a:endParaRPr lang="en-US" sz="900" dirty="0"/>
            </a:p>
          </p:txBody>
        </p:sp>
      </p:grpSp>
      <p:grpSp>
        <p:nvGrpSpPr>
          <p:cNvPr id="14" name="Group 13" descr="Grouped diagram illustrating 2D vs. 3D with Animation with multiple visual components." title="2D vs. 3D with Animation Diagram">
            <a:extLst>
              <a:ext uri="{FF2B5EF4-FFF2-40B4-BE49-F238E27FC236}">
                <a16:creationId xmlns:a16="http://schemas.microsoft.com/office/drawing/2014/main" id="{AE6E918C-4584-4E09-BC30-74E4B8BE856F}"/>
              </a:ext>
              <a:ext uri="{C183D7F6-B498-43B3-948B-1728B52AA6E4}">
                <adec:decorative xmlns:adec="http://schemas.microsoft.com/office/drawing/2017/decorative" val="0"/>
              </a:ext>
            </a:extLst>
          </p:cNvPr>
          <p:cNvGrpSpPr/>
          <p:nvPr/>
        </p:nvGrpSpPr>
        <p:grpSpPr>
          <a:xfrm>
            <a:off x="5857544" y="1367058"/>
            <a:ext cx="2576511" cy="2030447"/>
            <a:chOff x="7010400" y="1962792"/>
            <a:chExt cx="1998217" cy="1814271"/>
          </a:xfrm>
        </p:grpSpPr>
        <p:pic>
          <p:nvPicPr>
            <p:cNvPr id="15" name="Picture 14" descr="Informative graphic on 2D vs. 3D with Animation showing: * 2D                                                * 3D; 2D vs. 3D with Animation." title="2D vs. 3D with Animation Graphic">
              <a:extLst>
                <a:ext uri="{FF2B5EF4-FFF2-40B4-BE49-F238E27FC236}">
                  <a16:creationId xmlns:a16="http://schemas.microsoft.com/office/drawing/2014/main" id="{8B4FFA38-0985-4611-A257-141D74EC7A20}"/>
                </a:ext>
                <a:ext uri="{C183D7F6-B498-43B3-948B-1728B52AA6E4}">
                  <adec:decorative xmlns:adec="http://schemas.microsoft.com/office/drawing/2017/decorative" val="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183443" y="1962792"/>
              <a:ext cx="1526617" cy="1526617"/>
            </a:xfrm>
            <a:prstGeom prst="rect">
              <a:avLst/>
            </a:prstGeom>
          </p:spPr>
        </p:pic>
        <p:sp>
          <p:nvSpPr>
            <p:cNvPr id="16" name="Rectangle 15">
              <a:extLst>
                <a:ext uri="{FF2B5EF4-FFF2-40B4-BE49-F238E27FC236}">
                  <a16:creationId xmlns:a16="http://schemas.microsoft.com/office/drawing/2014/main" id="{6ABD5502-084C-4CC5-A6DE-784CD98EC536}"/>
                </a:ext>
              </a:extLst>
            </p:cNvPr>
            <p:cNvSpPr/>
            <p:nvPr/>
          </p:nvSpPr>
          <p:spPr>
            <a:xfrm>
              <a:off x="7010400" y="3557056"/>
              <a:ext cx="1998217" cy="220007"/>
            </a:xfrm>
            <a:prstGeom prst="rect">
              <a:avLst/>
            </a:prstGeom>
          </p:spPr>
          <p:txBody>
            <a:bodyPr wrap="square">
              <a:spAutoFit/>
            </a:bodyPr>
            <a:lstStyle/>
            <a:p>
              <a:r>
                <a:rPr lang="en-US" sz="1000">
                  <a:hlinkClick r:id="rId7"/>
                </a:rPr>
                <a:t>Wikimedia Commons Resource</a:t>
              </a:r>
              <a:endParaRPr lang="en-US" sz="1000" dirty="0"/>
            </a:p>
          </p:txBody>
        </p:sp>
      </p:grpSp>
      <p:grpSp>
        <p:nvGrpSpPr>
          <p:cNvPr id="18" name="Group 17" descr="Grouped diagram illustrating 2D vs. 3D with Animation with multiple visual components." title="2D vs. 3D with Animation Diagram">
            <a:extLst>
              <a:ext uri="{FF2B5EF4-FFF2-40B4-BE49-F238E27FC236}">
                <a16:creationId xmlns:a16="http://schemas.microsoft.com/office/drawing/2014/main" id="{1BAD97F5-C2FF-41DF-B9F3-BE9621CED3E3}"/>
              </a:ext>
              <a:ext uri="{C183D7F6-B498-43B3-948B-1728B52AA6E4}">
                <adec:decorative xmlns:adec="http://schemas.microsoft.com/office/drawing/2017/decorative" val="0"/>
              </a:ext>
            </a:extLst>
          </p:cNvPr>
          <p:cNvGrpSpPr/>
          <p:nvPr/>
        </p:nvGrpSpPr>
        <p:grpSpPr>
          <a:xfrm>
            <a:off x="604006" y="3347820"/>
            <a:ext cx="2610823" cy="2499688"/>
            <a:chOff x="604006" y="3347820"/>
            <a:chExt cx="2610823" cy="2499688"/>
          </a:xfrm>
        </p:grpSpPr>
        <p:pic>
          <p:nvPicPr>
            <p:cNvPr id="7" name="Picture 6" descr="Informative graphic on 2D vs. 3D with Animation showing: * 2D                                                * 3D; 2D vs. 3D with Animation." title="2D vs. 3D with Animation Graphic">
              <a:extLst>
                <a:ext uri="{FF2B5EF4-FFF2-40B4-BE49-F238E27FC236}">
                  <a16:creationId xmlns:a16="http://schemas.microsoft.com/office/drawing/2014/main" id="{39AC7194-DF4C-4262-9B6C-7CD52FEB6426}"/>
                </a:ext>
                <a:ext uri="{C183D7F6-B498-43B3-948B-1728B52AA6E4}">
                  <adec:decorative xmlns:adec="http://schemas.microsoft.com/office/drawing/2017/decorative" val="0"/>
                </a:ext>
              </a:extLst>
            </p:cNvPr>
            <p:cNvPicPr>
              <a:picLocks noChangeAspect="1"/>
            </p:cNvPicPr>
            <p:nvPr/>
          </p:nvPicPr>
          <p:blipFill>
            <a:blip r:embed="rId8"/>
            <a:stretch>
              <a:fillRect/>
            </a:stretch>
          </p:blipFill>
          <p:spPr>
            <a:xfrm>
              <a:off x="604006" y="3347820"/>
              <a:ext cx="2610823" cy="1825265"/>
            </a:xfrm>
            <a:prstGeom prst="rect">
              <a:avLst/>
            </a:prstGeom>
          </p:spPr>
        </p:pic>
        <p:sp>
          <p:nvSpPr>
            <p:cNvPr id="17" name="Rectangle 16">
              <a:extLst>
                <a:ext uri="{FF2B5EF4-FFF2-40B4-BE49-F238E27FC236}">
                  <a16:creationId xmlns:a16="http://schemas.microsoft.com/office/drawing/2014/main" id="{B9A32882-0332-42C4-B989-176B6EDD7CE7}"/>
                </a:ext>
              </a:extLst>
            </p:cNvPr>
            <p:cNvSpPr/>
            <p:nvPr/>
          </p:nvSpPr>
          <p:spPr>
            <a:xfrm>
              <a:off x="709137" y="5108844"/>
              <a:ext cx="1924843" cy="738664"/>
            </a:xfrm>
            <a:prstGeom prst="rect">
              <a:avLst/>
            </a:prstGeom>
          </p:spPr>
          <p:txBody>
            <a:bodyPr wrap="square">
              <a:spAutoFit/>
            </a:bodyPr>
            <a:lstStyle/>
            <a:p>
              <a:r>
                <a:rPr lang="en-US">
                  <a:hlinkClick r:id="rId9"/>
                </a:rPr>
                <a:t>Pinterest: 145804106670910411</a:t>
              </a:r>
              <a:endParaRPr lang="en-US" dirty="0"/>
            </a:p>
          </p:txBody>
        </p:sp>
      </p:grpSp>
    </p:spTree>
    <p:extLst>
      <p:ext uri="{BB962C8B-B14F-4D97-AF65-F5344CB8AC3E}">
        <p14:creationId xmlns:p14="http://schemas.microsoft.com/office/powerpoint/2010/main" val="12194839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46D67-B59C-91C2-E56A-1C51BFDD28AD}"/>
              </a:ext>
            </a:extLst>
          </p:cNvPr>
          <p:cNvSpPr>
            <a:spLocks noGrp="1"/>
          </p:cNvSpPr>
          <p:nvPr>
            <p:ph type="title"/>
          </p:nvPr>
        </p:nvSpPr>
        <p:spPr>
          <a:xfrm>
            <a:off x="457200" y="1166019"/>
            <a:ext cx="8229600" cy="4525962"/>
          </a:xfrm>
        </p:spPr>
        <p:txBody>
          <a:bodyPr/>
          <a:lstStyle/>
          <a:p>
            <a:pPr algn="l"/>
            <a:r>
              <a:rPr lang="en-US" sz="3200">
                <a:solidFill>
                  <a:srgbClr val="000000"/>
                </a:solidFill>
                <a:latin typeface="Arial" panose="020B0604020202020204" pitchFamily="34" charset="0"/>
              </a:rPr>
              <a:t>Csai Web Resource</a:t>
            </a:r>
            <a:br>
              <a:rPr lang="en-US" sz="3200">
                <a:solidFill>
                  <a:srgbClr val="000000"/>
                </a:solidFill>
                <a:latin typeface="Arial" panose="020B0604020202020204" pitchFamily="34" charset="0"/>
              </a:rPr>
            </a:br>
            <a:r>
              <a:rPr lang="en-US" sz="3200">
                <a:solidFill>
                  <a:srgbClr val="000000"/>
                </a:solidFill>
                <a:latin typeface="Arial" panose="020B0604020202020204" pitchFamily="34" charset="0"/>
              </a:rPr>
              <a:t>Muscle: you can rotate the object </a:t>
            </a:r>
            <a:endParaRPr lang="en-US" sz="3200" dirty="0">
              <a:solidFill>
                <a:srgbClr val="000000"/>
              </a:solidFill>
              <a:latin typeface="Arial" panose="020B0604020202020204" pitchFamily="34" charset="0"/>
            </a:endParaRPr>
          </a:p>
        </p:txBody>
      </p:sp>
      <p:sp>
        <p:nvSpPr>
          <p:cNvPr id="7" name="Google Shape;71;p15">
            <a:extLst>
              <a:ext uri="{FF2B5EF4-FFF2-40B4-BE49-F238E27FC236}">
                <a16:creationId xmlns:a16="http://schemas.microsoft.com/office/drawing/2014/main" id="{BDB19903-BBC6-4779-94FB-AB73E9BBC177}"/>
              </a:ext>
            </a:extLst>
          </p:cNvPr>
          <p:cNvSpPr txBox="1"/>
          <p:nvPr/>
        </p:nvSpPr>
        <p:spPr>
          <a:xfrm>
            <a:off x="1805820" y="16933"/>
            <a:ext cx="5262465" cy="64135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800000"/>
              </a:buClr>
              <a:buFont typeface="Arial"/>
              <a:buNone/>
            </a:pPr>
            <a:r>
              <a:rPr lang="en-US" sz="2400" b="1" dirty="0">
                <a:solidFill>
                  <a:srgbClr val="800000"/>
                </a:solidFill>
              </a:rPr>
              <a:t>Today: 3D Animation &amp; </a:t>
            </a:r>
            <a:r>
              <a:rPr lang="en-US" sz="2400" b="1" dirty="0">
                <a:solidFill>
                  <a:srgbClr val="A00000"/>
                </a:solidFill>
              </a:rPr>
              <a:t>Interaction</a:t>
            </a:r>
            <a:r>
              <a:rPr lang="en-US" sz="2400" b="1" dirty="0">
                <a:solidFill>
                  <a:srgbClr val="800000"/>
                </a:solidFill>
              </a:rPr>
              <a:t> for Web and VR </a:t>
            </a:r>
            <a:endParaRPr lang="en-US" sz="2400" dirty="0"/>
          </a:p>
        </p:txBody>
      </p:sp>
      <p:sp>
        <p:nvSpPr>
          <p:cNvPr id="5" name="Text Placeholder 4" descr="Informative graphic on https://csai.club/Muscle: you can rotate the object showing: Today: 3D Animation &amp; Interaction for Web and VR; https://csai.club/Muscle: you can rotate the object." title="https://csai.club/Muscle: you can rotate the object Graphic">
            <a:extLst>
              <a:ext uri="{FF2B5EF4-FFF2-40B4-BE49-F238E27FC236}">
                <a16:creationId xmlns:a16="http://schemas.microsoft.com/office/drawing/2014/main" id="{6E1249EB-CD2A-94C7-F80C-3BA930222610}"/>
              </a:ext>
              <a:ext uri="{C183D7F6-B498-43B3-948B-1728B52AA6E4}">
                <adec:decorative xmlns:adec="http://schemas.microsoft.com/office/drawing/2017/decorative" val="0"/>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16640141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3" name="Title 2">
            <a:extLst>
              <a:ext uri="{FF2B5EF4-FFF2-40B4-BE49-F238E27FC236}">
                <a16:creationId xmlns:a16="http://schemas.microsoft.com/office/drawing/2014/main" id="{A004549F-8AEF-56C2-601C-BAB88DA064C6}"/>
              </a:ext>
            </a:extLst>
          </p:cNvPr>
          <p:cNvSpPr>
            <a:spLocks noGrp="1"/>
          </p:cNvSpPr>
          <p:nvPr>
            <p:ph type="title"/>
          </p:nvPr>
        </p:nvSpPr>
        <p:spPr>
          <a:xfrm>
            <a:off x="2438400" y="304800"/>
            <a:ext cx="4419600" cy="641350"/>
          </a:xfrm>
        </p:spPr>
        <p:txBody>
          <a:bodyPr/>
          <a:lstStyle/>
          <a:p>
            <a:r>
              <a:rPr lang="en-US" sz="3600" b="1" dirty="0">
                <a:solidFill>
                  <a:srgbClr val="000000"/>
                </a:solidFill>
                <a:latin typeface="Arial Narrow" panose="020B0606020202030204" pitchFamily="34" charset="0"/>
              </a:rPr>
              <a:t>Course Outline (2 of 2)</a:t>
            </a:r>
          </a:p>
        </p:txBody>
      </p:sp>
      <p:sp>
        <p:nvSpPr>
          <p:cNvPr id="95" name="Google Shape;95;p17"/>
          <p:cNvSpPr txBox="1"/>
          <p:nvPr/>
        </p:nvSpPr>
        <p:spPr>
          <a:xfrm>
            <a:off x="342900" y="946150"/>
            <a:ext cx="8458200" cy="4783137"/>
          </a:xfrm>
          <a:prstGeom prst="rect">
            <a:avLst/>
          </a:prstGeom>
          <a:noFill/>
          <a:ln>
            <a:noFill/>
          </a:ln>
        </p:spPr>
        <p:txBody>
          <a:bodyPr spcFirstLastPara="1" wrap="square" lIns="91425" tIns="45700" rIns="91425" bIns="45700" anchor="t" anchorCtr="0">
            <a:noAutofit/>
          </a:bodyPr>
          <a:lstStyle/>
          <a:p>
            <a:pPr marL="338137" marR="0" lvl="0" indent="-338137" algn="l" rtl="0">
              <a:lnSpc>
                <a:spcPct val="100000"/>
              </a:lnSpc>
              <a:spcBef>
                <a:spcPts val="0"/>
              </a:spcBef>
              <a:spcAft>
                <a:spcPts val="0"/>
              </a:spcAft>
              <a:buClr>
                <a:srgbClr val="5F5F5F"/>
              </a:buClr>
              <a:buSzPts val="2400"/>
              <a:buFont typeface="Arial Narrow"/>
              <a:buChar char="•"/>
            </a:pPr>
            <a:r>
              <a:rPr lang="en-US" sz="2400" b="1" i="0" u="none" dirty="0">
                <a:solidFill>
                  <a:srgbClr val="5F5F5F"/>
                </a:solidFill>
                <a:latin typeface="Arial Narrow"/>
                <a:ea typeface="Arial Narrow"/>
                <a:cs typeface="Arial Narrow"/>
                <a:sym typeface="Arial Narrow"/>
              </a:rPr>
              <a:t>Chapter 1 Getting Started with Alice </a:t>
            </a:r>
            <a:r>
              <a:rPr lang="en-US" sz="2400" b="1" i="0" u="none" dirty="0">
                <a:solidFill>
                  <a:srgbClr val="A00000"/>
                </a:solidFill>
                <a:latin typeface="Arial Narrow"/>
                <a:ea typeface="Arial Narrow"/>
                <a:cs typeface="Arial Narrow"/>
                <a:sym typeface="Wingdings" panose="05000000000000000000" pitchFamily="2" charset="2"/>
              </a:rPr>
              <a:t></a:t>
            </a:r>
            <a:endParaRPr lang="en-US" dirty="0">
              <a:solidFill>
                <a:srgbClr val="A00000"/>
              </a:solidFill>
            </a:endParaRPr>
          </a:p>
          <a:p>
            <a:pPr marL="338137" marR="0" lvl="0" indent="-338137" algn="l" rtl="0">
              <a:lnSpc>
                <a:spcPct val="100000"/>
              </a:lnSpc>
              <a:spcBef>
                <a:spcPts val="720"/>
              </a:spcBef>
              <a:spcAft>
                <a:spcPts val="0"/>
              </a:spcAft>
              <a:buClr>
                <a:srgbClr val="5F5F5F"/>
              </a:buClr>
              <a:buSzPts val="2400"/>
              <a:buFont typeface="Arial Narrow"/>
              <a:buChar char="•"/>
            </a:pPr>
            <a:r>
              <a:rPr lang="en-US" sz="2400" b="1" i="0" u="none" dirty="0">
                <a:solidFill>
                  <a:srgbClr val="5F5F5F"/>
                </a:solidFill>
                <a:latin typeface="Arial Narrow"/>
                <a:ea typeface="Arial Narrow"/>
                <a:cs typeface="Arial Narrow"/>
                <a:sym typeface="Arial Narrow"/>
              </a:rPr>
              <a:t>Chapter 2 Program Design &amp; Implementation</a:t>
            </a:r>
            <a:endParaRPr lang="en-US" dirty="0"/>
          </a:p>
          <a:p>
            <a:pPr marL="338137" marR="0" lvl="0" indent="-338137" algn="l" rtl="0">
              <a:lnSpc>
                <a:spcPct val="100000"/>
              </a:lnSpc>
              <a:spcBef>
                <a:spcPts val="720"/>
              </a:spcBef>
              <a:spcAft>
                <a:spcPts val="0"/>
              </a:spcAft>
              <a:buClr>
                <a:srgbClr val="5F5F5F"/>
              </a:buClr>
              <a:buSzPts val="2400"/>
              <a:buFont typeface="Arial Narrow"/>
              <a:buChar char="•"/>
            </a:pPr>
            <a:r>
              <a:rPr lang="en-US" sz="2400" b="1" i="0" u="none" dirty="0">
                <a:solidFill>
                  <a:srgbClr val="5F5F5F"/>
                </a:solidFill>
                <a:latin typeface="Arial Narrow"/>
                <a:ea typeface="Arial Narrow"/>
                <a:cs typeface="Arial Narrow"/>
                <a:sym typeface="Arial Narrow"/>
              </a:rPr>
              <a:t>Chapter 4 Classes, Objects, Methods and Parameter</a:t>
            </a:r>
            <a:endParaRPr lang="en-US" dirty="0"/>
          </a:p>
          <a:p>
            <a:pPr marL="338137" marR="0" lvl="0" indent="-338137" algn="l" rtl="0">
              <a:lnSpc>
                <a:spcPct val="100000"/>
              </a:lnSpc>
              <a:spcBef>
                <a:spcPts val="720"/>
              </a:spcBef>
              <a:spcAft>
                <a:spcPts val="0"/>
              </a:spcAft>
              <a:buClr>
                <a:srgbClr val="5F5F5F"/>
              </a:buClr>
              <a:buSzPts val="2400"/>
              <a:buFont typeface="Arial Narrow"/>
              <a:buChar char="•"/>
            </a:pPr>
            <a:r>
              <a:rPr lang="en-US" sz="2400" b="1" i="0" u="none" dirty="0">
                <a:solidFill>
                  <a:srgbClr val="5F5F5F"/>
                </a:solidFill>
                <a:latin typeface="Arial Narrow"/>
                <a:ea typeface="Arial Narrow"/>
                <a:cs typeface="Arial Narrow"/>
                <a:sym typeface="Arial Narrow"/>
              </a:rPr>
              <a:t>Chapter 5 Interaction: Events and Event Handling</a:t>
            </a:r>
            <a:endParaRPr lang="en-US" dirty="0"/>
          </a:p>
          <a:p>
            <a:pPr marL="338137" marR="0" lvl="0" indent="-338137" algn="l" rtl="0">
              <a:lnSpc>
                <a:spcPct val="100000"/>
              </a:lnSpc>
              <a:spcBef>
                <a:spcPts val="720"/>
              </a:spcBef>
              <a:spcAft>
                <a:spcPts val="0"/>
              </a:spcAft>
              <a:buClr>
                <a:srgbClr val="404040"/>
              </a:buClr>
              <a:buSzPts val="2400"/>
              <a:buFont typeface="Arial Narrow"/>
              <a:buChar char="•"/>
            </a:pPr>
            <a:r>
              <a:rPr lang="en-US" sz="2400" b="1" i="0" u="none" dirty="0">
                <a:solidFill>
                  <a:srgbClr val="404040"/>
                </a:solidFill>
                <a:latin typeface="Arial Narrow"/>
                <a:ea typeface="Arial Narrow"/>
                <a:cs typeface="Arial Narrow"/>
                <a:sym typeface="Arial Narrow"/>
              </a:rPr>
              <a:t>Chapter 6 Functions and If/Else Control Statement</a:t>
            </a:r>
          </a:p>
          <a:p>
            <a:pPr marL="338137" marR="0" lvl="0" indent="-338137" algn="l" rtl="0">
              <a:lnSpc>
                <a:spcPct val="100000"/>
              </a:lnSpc>
              <a:spcBef>
                <a:spcPts val="720"/>
              </a:spcBef>
              <a:spcAft>
                <a:spcPts val="0"/>
              </a:spcAft>
              <a:buClr>
                <a:srgbClr val="404040"/>
              </a:buClr>
              <a:buSzPts val="2400"/>
              <a:buFont typeface="Arial Narrow"/>
              <a:buChar char="•"/>
            </a:pPr>
            <a:r>
              <a:rPr lang="en-US" sz="2400" b="1" dirty="0">
                <a:solidFill>
                  <a:srgbClr val="404040"/>
                </a:solidFill>
                <a:latin typeface="Arial Narrow"/>
                <a:sym typeface="Arial Narrow"/>
              </a:rPr>
              <a:t>Chapter 7 Repetition: Deterministic and Conditional Loops</a:t>
            </a:r>
            <a:endParaRPr lang="en-US" dirty="0"/>
          </a:p>
          <a:p>
            <a:pPr marL="338137" marR="0" lvl="0" indent="-338137" algn="l" rtl="0">
              <a:lnSpc>
                <a:spcPct val="100000"/>
              </a:lnSpc>
              <a:spcBef>
                <a:spcPts val="720"/>
              </a:spcBef>
              <a:spcAft>
                <a:spcPts val="0"/>
              </a:spcAft>
              <a:buClr>
                <a:srgbClr val="000000"/>
              </a:buClr>
              <a:buSzPts val="2400"/>
              <a:buFont typeface="Arial Narrow"/>
              <a:buChar char="•"/>
            </a:pPr>
            <a:r>
              <a:rPr lang="en-US" sz="2400" b="1" i="0" u="none" dirty="0">
                <a:solidFill>
                  <a:srgbClr val="000000"/>
                </a:solidFill>
                <a:latin typeface="Arial Narrow"/>
                <a:ea typeface="Arial Narrow"/>
                <a:cs typeface="Arial Narrow"/>
                <a:sym typeface="Arial Narrow"/>
              </a:rPr>
              <a:t>Test #1 </a:t>
            </a:r>
            <a:endParaRPr lang="en-US" dirty="0"/>
          </a:p>
          <a:p>
            <a:pPr marL="338137" marR="0" lvl="0" indent="-338137" algn="l" rtl="0">
              <a:lnSpc>
                <a:spcPct val="100000"/>
              </a:lnSpc>
              <a:spcBef>
                <a:spcPts val="720"/>
              </a:spcBef>
              <a:spcAft>
                <a:spcPts val="0"/>
              </a:spcAft>
              <a:buClr>
                <a:schemeClr val="dk1"/>
              </a:buClr>
              <a:buSzPts val="2400"/>
              <a:buFont typeface="Arial Narrow"/>
              <a:buChar char="•"/>
            </a:pPr>
            <a:r>
              <a:rPr lang="en-US" sz="2400" b="1" i="0" u="none" dirty="0">
                <a:solidFill>
                  <a:schemeClr val="dk1"/>
                </a:solidFill>
                <a:latin typeface="Arial Narrow"/>
                <a:ea typeface="Arial Narrow"/>
                <a:cs typeface="Arial Narrow"/>
                <a:sym typeface="Arial Narrow"/>
              </a:rPr>
              <a:t>Computer Concepts </a:t>
            </a:r>
            <a:endParaRPr lang="en-US" dirty="0"/>
          </a:p>
          <a:p>
            <a:pPr marL="338137" marR="0" lvl="0" indent="-338137" algn="l" rtl="0">
              <a:lnSpc>
                <a:spcPct val="100000"/>
              </a:lnSpc>
              <a:spcBef>
                <a:spcPts val="720"/>
              </a:spcBef>
              <a:spcAft>
                <a:spcPts val="0"/>
              </a:spcAft>
              <a:buClr>
                <a:schemeClr val="dk1"/>
              </a:buClr>
              <a:buSzPts val="2400"/>
              <a:buFont typeface="Arial Narrow"/>
              <a:buChar char="•"/>
            </a:pPr>
            <a:r>
              <a:rPr lang="en-US" sz="2400" b="1" i="0" u="none" dirty="0">
                <a:solidFill>
                  <a:schemeClr val="dk1"/>
                </a:solidFill>
                <a:latin typeface="Arial Narrow"/>
                <a:ea typeface="Arial Narrow"/>
                <a:cs typeface="Arial Narrow"/>
                <a:sym typeface="Arial Narrow"/>
              </a:rPr>
              <a:t>Test#2</a:t>
            </a:r>
          </a:p>
          <a:p>
            <a:pPr marL="338137" marR="0" lvl="0" indent="-338137" algn="l" rtl="0">
              <a:lnSpc>
                <a:spcPct val="100000"/>
              </a:lnSpc>
              <a:spcBef>
                <a:spcPts val="720"/>
              </a:spcBef>
              <a:spcAft>
                <a:spcPts val="0"/>
              </a:spcAft>
              <a:buClr>
                <a:schemeClr val="dk1"/>
              </a:buClr>
              <a:buSzPts val="2400"/>
              <a:buFont typeface="Arial Narrow"/>
              <a:buChar char="•"/>
            </a:pPr>
            <a:r>
              <a:rPr lang="en-US" sz="2400" b="1" dirty="0">
                <a:solidFill>
                  <a:schemeClr val="dk1"/>
                </a:solidFill>
                <a:latin typeface="Arial Narrow"/>
                <a:sym typeface="Arial Narrow"/>
              </a:rPr>
              <a:t>MATLAB</a:t>
            </a:r>
            <a:endParaRPr lang="en-US" dirty="0"/>
          </a:p>
          <a:p>
            <a:pPr marL="338137" marR="0" lvl="0" indent="-338137" algn="l" rtl="0">
              <a:lnSpc>
                <a:spcPct val="100000"/>
              </a:lnSpc>
              <a:spcBef>
                <a:spcPts val="720"/>
              </a:spcBef>
              <a:spcAft>
                <a:spcPts val="0"/>
              </a:spcAft>
              <a:buClr>
                <a:schemeClr val="dk1"/>
              </a:buClr>
              <a:buSzPts val="2400"/>
              <a:buFont typeface="Arial Narrow"/>
              <a:buChar char="•"/>
            </a:pPr>
            <a:r>
              <a:rPr lang="en-US" sz="2400" b="1" i="0" u="none" dirty="0">
                <a:solidFill>
                  <a:schemeClr val="dk1"/>
                </a:solidFill>
                <a:latin typeface="Arial Narrow"/>
                <a:ea typeface="Arial Narrow"/>
                <a:cs typeface="Arial Narrow"/>
                <a:sym typeface="Arial Narrow"/>
              </a:rPr>
              <a:t>Project Presentation</a:t>
            </a:r>
            <a:endParaRPr lang="en-US" dirty="0"/>
          </a:p>
        </p:txBody>
      </p:sp>
      <p:pic>
        <p:nvPicPr>
          <p:cNvPr id="2" name="Picture 1" descr="Informative graphic on Course Outline (2 of 2) showing: Chapter 1 Getting Started with Alice &#10;Chapter 2 Program Design &amp; Implementation&#10;Chapter 4 Classes, Objects, Methods and Parameter&#10;Chapter 5 Interaction: Events and Event Handling&#10;Chapter 6 Functions and If/Else Control Statement&#10;Chapter 7 Repetition: Deterministic and Conditional Loops&#10;Test #1 &#10;Computer Concepts &#10;Test#2&#10;MATLAB&#10;Project Presentation; Course Outline (2 of 2)." title="Course Outline (2 of 2) Graphic">
            <a:extLst>
              <a:ext uri="{FF2B5EF4-FFF2-40B4-BE49-F238E27FC236}">
                <a16:creationId xmlns:a16="http://schemas.microsoft.com/office/drawing/2014/main" id="{FD9419FF-ED2A-1469-7049-632C99835332}"/>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3170730" y="4613855"/>
            <a:ext cx="5822185" cy="84132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4" name="Title 3">
            <a:extLst>
              <a:ext uri="{FF2B5EF4-FFF2-40B4-BE49-F238E27FC236}">
                <a16:creationId xmlns:a16="http://schemas.microsoft.com/office/drawing/2014/main" id="{054DD9A1-F2FF-C2E8-A97F-7E0D38F028B7}"/>
              </a:ext>
            </a:extLst>
          </p:cNvPr>
          <p:cNvSpPr>
            <a:spLocks noGrp="1"/>
          </p:cNvSpPr>
          <p:nvPr>
            <p:ph type="title"/>
          </p:nvPr>
        </p:nvSpPr>
        <p:spPr>
          <a:xfrm>
            <a:off x="2438400" y="304800"/>
            <a:ext cx="4419600" cy="641350"/>
          </a:xfrm>
        </p:spPr>
        <p:txBody>
          <a:bodyPr/>
          <a:lstStyle/>
          <a:p>
            <a:r>
              <a:rPr lang="en-US" sz="3600" b="1" dirty="0">
                <a:solidFill>
                  <a:srgbClr val="000000"/>
                </a:solidFill>
                <a:latin typeface="Arial Narrow" panose="020B0606020202030204" pitchFamily="34" charset="0"/>
              </a:rPr>
              <a:t>Learning Order</a:t>
            </a:r>
          </a:p>
        </p:txBody>
      </p:sp>
      <p:sp>
        <p:nvSpPr>
          <p:cNvPr id="170" name="Google Shape;170;p26"/>
          <p:cNvSpPr txBox="1">
            <a:spLocks noGrp="1"/>
          </p:cNvSpPr>
          <p:nvPr>
            <p:ph type="body" idx="1"/>
          </p:nvPr>
        </p:nvSpPr>
        <p:spPr>
          <a:xfrm>
            <a:off x="483476" y="1271088"/>
            <a:ext cx="8660524" cy="4757572"/>
          </a:xfrm>
          <a:prstGeom prst="rect">
            <a:avLst/>
          </a:prstGeom>
          <a:noFill/>
          <a:ln>
            <a:noFill/>
          </a:ln>
        </p:spPr>
        <p:txBody>
          <a:bodyPr spcFirstLastPara="1" wrap="square" lIns="91425" tIns="45700" rIns="91425" bIns="45700" anchor="t" anchorCtr="0">
            <a:noAutofit/>
          </a:bodyPr>
          <a:lstStyle/>
          <a:p>
            <a:pPr indent="-457200">
              <a:spcBef>
                <a:spcPts val="0"/>
              </a:spcBef>
              <a:buSzPts val="2400"/>
            </a:pPr>
            <a:r>
              <a:rPr lang="en-US" dirty="0"/>
              <a:t>Read Chapter 1, </a:t>
            </a:r>
            <a:r>
              <a:rPr lang="en-US" dirty="0">
                <a:solidFill>
                  <a:srgbClr val="A00000"/>
                </a:solidFill>
                <a:highlight>
                  <a:srgbClr val="FFFF00"/>
                </a:highlight>
              </a:rPr>
              <a:t>pp. 3-9 </a:t>
            </a:r>
          </a:p>
          <a:p>
            <a:pPr indent="-457200">
              <a:spcBef>
                <a:spcPts val="0"/>
              </a:spcBef>
              <a:buSzPts val="2400"/>
            </a:pPr>
            <a:r>
              <a:rPr lang="en-US" dirty="0"/>
              <a:t>DIY (self-paced) Alice tutorial (</a:t>
            </a:r>
            <a:r>
              <a:rPr lang="en-US" dirty="0">
                <a:solidFill>
                  <a:srgbClr val="A00000"/>
                </a:solidFill>
                <a:highlight>
                  <a:srgbClr val="FFFF00"/>
                </a:highlight>
              </a:rPr>
              <a:t>Appx-A</a:t>
            </a:r>
            <a:r>
              <a:rPr lang="en-US" dirty="0"/>
              <a:t>) </a:t>
            </a:r>
          </a:p>
          <a:p>
            <a:pPr indent="-457200">
              <a:spcBef>
                <a:spcPts val="0"/>
              </a:spcBef>
              <a:buSzPts val="2400"/>
            </a:pPr>
            <a:r>
              <a:rPr lang="en-US" dirty="0"/>
              <a:t>Then read the entire Chapter 1</a:t>
            </a:r>
          </a:p>
          <a:p>
            <a:pPr indent="-457200">
              <a:spcBef>
                <a:spcPts val="0"/>
              </a:spcBef>
              <a:buSzPts val="2400"/>
            </a:pPr>
            <a:r>
              <a:rPr lang="en-US" dirty="0"/>
              <a:t>Jot down TDC along, incl </a:t>
            </a:r>
            <a:r>
              <a:rPr lang="en-US" dirty="0" err="1"/>
              <a:t>pg</a:t>
            </a:r>
            <a:r>
              <a:rPr lang="en-US" dirty="0"/>
              <a:t> #, in cheat sheet</a:t>
            </a:r>
          </a:p>
          <a:p>
            <a:pPr marL="0" indent="0">
              <a:spcBef>
                <a:spcPts val="0"/>
              </a:spcBef>
              <a:buSzPts val="2400"/>
              <a:buNone/>
            </a:pPr>
            <a:r>
              <a:rPr lang="en-US" dirty="0"/>
              <a:t>Except for assignments to submit, feel free to discuss with a partner. </a:t>
            </a:r>
          </a:p>
          <a:p>
            <a:pPr marL="457200" lvl="1" indent="0">
              <a:spcBef>
                <a:spcPts val="0"/>
              </a:spcBef>
              <a:buSzPts val="2400"/>
              <a:buNone/>
            </a:pPr>
            <a:r>
              <a:rPr lang="en-US" dirty="0"/>
              <a:t>Q: Does Bb have classmate roster sheet?</a:t>
            </a:r>
          </a:p>
          <a:p>
            <a:pPr marL="457200" lvl="1" indent="0">
              <a:spcBef>
                <a:spcPts val="0"/>
              </a:spcBef>
              <a:buSzPts val="2400"/>
              <a:buNone/>
            </a:pPr>
            <a:r>
              <a:rPr lang="en-US" dirty="0"/>
              <a:t>A: You can see a list of your classmates when you try to send email to all.</a:t>
            </a:r>
          </a:p>
          <a:p>
            <a:pPr marL="0" indent="0">
              <a:spcBef>
                <a:spcPts val="0"/>
              </a:spcBef>
              <a:buSzPts val="2400"/>
              <a:buNone/>
            </a:pPr>
            <a:endParaRPr lang="en-US" dirty="0"/>
          </a:p>
          <a:p>
            <a:pPr marL="0" indent="0" algn="ctr">
              <a:spcBef>
                <a:spcPts val="0"/>
              </a:spcBef>
              <a:buSzPts val="2400"/>
              <a:buNone/>
            </a:pPr>
            <a:endParaRPr lang="en-US" dirty="0"/>
          </a:p>
        </p:txBody>
      </p:sp>
      <p:sp>
        <p:nvSpPr>
          <p:cNvPr id="2" name="Rectangle 1" descr="Informative graphic on Learning Order showing: Read Chapter 1, pp. 3-9 &#10;DIY (self-paced) Alice tutorial (Appx-A) &#10;Then read the entire Chapter 1&#10;Jot down TDC along, incl pg #, in cheat sheet&#10;Except for assignments to submit, feel free to discuss with a partner. &#10;Q: Does Bb have classmate roster sheet?&#10;A: You can see a list of your classmates when you try to send email to all.; Learning Order." title="Learning Order Graphic">
            <a:extLst>
              <a:ext uri="{FF2B5EF4-FFF2-40B4-BE49-F238E27FC236}">
                <a16:creationId xmlns:a16="http://schemas.microsoft.com/office/drawing/2014/main" id="{96E331CA-4BDA-4629-A054-48B0A36F4456}"/>
              </a:ext>
              <a:ext uri="{C183D7F6-B498-43B3-948B-1728B52AA6E4}">
                <adec:decorative xmlns:adec="http://schemas.microsoft.com/office/drawing/2017/decorative" val="0"/>
              </a:ext>
            </a:extLst>
          </p:cNvPr>
          <p:cNvSpPr/>
          <p:nvPr/>
        </p:nvSpPr>
        <p:spPr>
          <a:xfrm>
            <a:off x="483476" y="3761141"/>
            <a:ext cx="8497964" cy="246630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827751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3" name="Title 2">
            <a:extLst>
              <a:ext uri="{FF2B5EF4-FFF2-40B4-BE49-F238E27FC236}">
                <a16:creationId xmlns:a16="http://schemas.microsoft.com/office/drawing/2014/main" id="{023C97CD-166A-2B39-693E-9BEF70125C75}"/>
              </a:ext>
            </a:extLst>
          </p:cNvPr>
          <p:cNvSpPr>
            <a:spLocks noGrp="1"/>
          </p:cNvSpPr>
          <p:nvPr>
            <p:ph type="title"/>
          </p:nvPr>
        </p:nvSpPr>
        <p:spPr>
          <a:xfrm>
            <a:off x="1717040" y="234950"/>
            <a:ext cx="5455920" cy="641350"/>
          </a:xfrm>
        </p:spPr>
        <p:txBody>
          <a:bodyPr/>
          <a:lstStyle/>
          <a:p>
            <a:r>
              <a:rPr lang="en-US" sz="3600" b="1" dirty="0">
                <a:solidFill>
                  <a:srgbClr val="000000"/>
                </a:solidFill>
                <a:latin typeface="Arial" panose="020B0604020202020204" pitchFamily="34" charset="0"/>
              </a:rPr>
              <a:t>Getting Started (Part 1 )</a:t>
            </a:r>
          </a:p>
        </p:txBody>
      </p:sp>
      <p:sp>
        <p:nvSpPr>
          <p:cNvPr id="72" name="Google Shape;72;p15"/>
          <p:cNvSpPr txBox="1">
            <a:spLocks noGrp="1"/>
          </p:cNvSpPr>
          <p:nvPr>
            <p:ph type="body" idx="1"/>
          </p:nvPr>
        </p:nvSpPr>
        <p:spPr>
          <a:xfrm>
            <a:off x="304800" y="914400"/>
            <a:ext cx="8686900" cy="5562600"/>
          </a:xfrm>
          <a:prstGeom prst="rect">
            <a:avLst/>
          </a:prstGeom>
          <a:noFill/>
          <a:ln>
            <a:noFill/>
          </a:ln>
        </p:spPr>
        <p:txBody>
          <a:bodyPr spcFirstLastPara="1" wrap="square" lIns="91425" tIns="45700" rIns="91425" bIns="45700" anchor="t" anchorCtr="0">
            <a:noAutofit/>
          </a:bodyPr>
          <a:lstStyle/>
          <a:p>
            <a:pPr marL="342900" lvl="0" indent="-342900">
              <a:lnSpc>
                <a:spcPct val="90000"/>
              </a:lnSpc>
              <a:spcBef>
                <a:spcPts val="0"/>
              </a:spcBef>
              <a:buSzPts val="2800"/>
            </a:pPr>
            <a:r>
              <a:rPr lang="en-US" sz="1800" b="1" dirty="0"/>
              <a:t>Download and install Alice tool (software)</a:t>
            </a:r>
            <a:endParaRPr lang="en-US" sz="1800" dirty="0"/>
          </a:p>
          <a:p>
            <a:pPr marL="342900" lvl="0" indent="-342900">
              <a:lnSpc>
                <a:spcPct val="90000"/>
              </a:lnSpc>
              <a:spcBef>
                <a:spcPts val="560"/>
              </a:spcBef>
              <a:buNone/>
            </a:pPr>
            <a:r>
              <a:rPr lang="en-US" sz="1800" dirty="0"/>
              <a:t>	- By now, you should have your Alice2 tool installed in your machine.</a:t>
            </a:r>
          </a:p>
          <a:p>
            <a:pPr marL="342900" indent="-342900">
              <a:lnSpc>
                <a:spcPct val="90000"/>
              </a:lnSpc>
              <a:spcBef>
                <a:spcPts val="560"/>
              </a:spcBef>
            </a:pPr>
            <a:r>
              <a:rPr lang="en-US" sz="1800" b="1" i="0" u="none" strike="noStrike" cap="none" dirty="0">
                <a:solidFill>
                  <a:schemeClr val="dk1"/>
                </a:solidFill>
                <a:sym typeface="Arial"/>
              </a:rPr>
              <a:t>Starting Alice</a:t>
            </a:r>
            <a:endParaRPr lang="en-US" sz="1800" dirty="0"/>
          </a:p>
          <a:p>
            <a:pPr marL="342900" marR="0" lvl="0" indent="-342900" algn="l" rtl="0">
              <a:lnSpc>
                <a:spcPct val="90000"/>
              </a:lnSpc>
              <a:spcBef>
                <a:spcPts val="560"/>
              </a:spcBef>
              <a:spcAft>
                <a:spcPts val="0"/>
              </a:spcAft>
              <a:buClr>
                <a:schemeClr val="dk1"/>
              </a:buClr>
              <a:buFont typeface="Arial"/>
              <a:buNone/>
            </a:pPr>
            <a:r>
              <a:rPr lang="en-US" sz="1800" b="0" i="0" u="none" strike="noStrike" cap="none" dirty="0">
                <a:solidFill>
                  <a:schemeClr val="dk1"/>
                </a:solidFill>
                <a:sym typeface="Arial"/>
              </a:rPr>
              <a:t>	- double click the executable file, Alice.exe </a:t>
            </a:r>
            <a:endParaRPr lang="en-US" sz="1800" dirty="0"/>
          </a:p>
          <a:p>
            <a:pPr marL="342900" marR="0" lvl="0" indent="-342900" algn="l" rtl="0">
              <a:lnSpc>
                <a:spcPct val="90000"/>
              </a:lnSpc>
              <a:spcBef>
                <a:spcPts val="480"/>
              </a:spcBef>
              <a:spcAft>
                <a:spcPts val="0"/>
              </a:spcAft>
              <a:buClr>
                <a:schemeClr val="dk1"/>
              </a:buClr>
              <a:buFont typeface="Arial"/>
              <a:buNone/>
            </a:pPr>
            <a:r>
              <a:rPr lang="en-US" sz="1800" b="0" i="0" u="none" strike="noStrike" cap="none" dirty="0">
                <a:solidFill>
                  <a:schemeClr val="dk1"/>
                </a:solidFill>
                <a:sym typeface="Arial"/>
              </a:rPr>
              <a:t>	- a shortcut can be created on desktop</a:t>
            </a:r>
            <a:endParaRPr lang="en-US" sz="1800" dirty="0"/>
          </a:p>
          <a:p>
            <a:pPr marL="342900" marR="0" lvl="0" indent="-342900" algn="l" rtl="0">
              <a:lnSpc>
                <a:spcPct val="90000"/>
              </a:lnSpc>
              <a:spcBef>
                <a:spcPts val="560"/>
              </a:spcBef>
              <a:spcAft>
                <a:spcPts val="0"/>
              </a:spcAft>
              <a:buClr>
                <a:schemeClr val="dk1"/>
              </a:buClr>
              <a:buSzPts val="2800"/>
              <a:buFont typeface="Arial"/>
              <a:buChar char="•"/>
            </a:pPr>
            <a:r>
              <a:rPr lang="en-US" sz="1800" b="1" dirty="0">
                <a:highlight>
                  <a:srgbClr val="FFFF00"/>
                </a:highlight>
              </a:rPr>
              <a:t>F</a:t>
            </a:r>
            <a:r>
              <a:rPr lang="en-US" sz="1800" b="1" i="0" u="none" strike="noStrike" cap="none" dirty="0">
                <a:solidFill>
                  <a:schemeClr val="dk1"/>
                </a:solidFill>
                <a:highlight>
                  <a:srgbClr val="FFFF00"/>
                </a:highlight>
                <a:sym typeface="Arial"/>
              </a:rPr>
              <a:t>ollow </a:t>
            </a:r>
            <a:r>
              <a:rPr lang="en-US" sz="1800" b="1" i="0" u="none" strike="noStrike" cap="none" dirty="0">
                <a:solidFill>
                  <a:srgbClr val="A00000"/>
                </a:solidFill>
                <a:highlight>
                  <a:srgbClr val="FFFF00"/>
                </a:highlight>
                <a:sym typeface="Arial"/>
              </a:rPr>
              <a:t>exact </a:t>
            </a:r>
            <a:r>
              <a:rPr lang="en-US" sz="1800" b="1" dirty="0">
                <a:solidFill>
                  <a:srgbClr val="A00000"/>
                </a:solidFill>
                <a:highlight>
                  <a:srgbClr val="FFFF00"/>
                </a:highlight>
              </a:rPr>
              <a:t>steps </a:t>
            </a:r>
            <a:r>
              <a:rPr lang="en-US" sz="1800" b="1" dirty="0">
                <a:highlight>
                  <a:srgbClr val="FFFF00"/>
                </a:highlight>
              </a:rPr>
              <a:t>in self-paced </a:t>
            </a:r>
            <a:r>
              <a:rPr lang="en-US" sz="1800" b="1" i="0" u="none" strike="noStrike" cap="none" dirty="0">
                <a:solidFill>
                  <a:schemeClr val="dk1"/>
                </a:solidFill>
                <a:highlight>
                  <a:srgbClr val="FFFF00"/>
                </a:highlight>
                <a:sym typeface="Arial"/>
              </a:rPr>
              <a:t>tutorials in Appendix A</a:t>
            </a:r>
          </a:p>
          <a:p>
            <a:pPr marL="457200" lvl="1" indent="0">
              <a:lnSpc>
                <a:spcPct val="90000"/>
              </a:lnSpc>
              <a:buNone/>
            </a:pPr>
            <a:r>
              <a:rPr lang="en-US" sz="1800" dirty="0"/>
              <a:t>-</a:t>
            </a:r>
            <a:r>
              <a:rPr lang="en-US" sz="1800" dirty="0">
                <a:highlight>
                  <a:srgbClr val="FFFF00"/>
                </a:highlight>
              </a:rPr>
              <a:t> First, do</a:t>
            </a:r>
            <a:r>
              <a:rPr lang="en-US" sz="1800" i="0" u="none" strike="noStrike" cap="none" dirty="0">
                <a:solidFill>
                  <a:schemeClr val="dk1"/>
                </a:solidFill>
                <a:highlight>
                  <a:srgbClr val="FFFF00"/>
                </a:highlight>
                <a:sym typeface="Arial"/>
              </a:rPr>
              <a:t> </a:t>
            </a:r>
            <a:r>
              <a:rPr lang="en-US" sz="1800" dirty="0">
                <a:highlight>
                  <a:srgbClr val="FFFF00"/>
                </a:highlight>
              </a:rPr>
              <a:t>a</a:t>
            </a:r>
            <a:r>
              <a:rPr lang="en-US" sz="1800" i="0" u="none" strike="noStrike" cap="none" dirty="0">
                <a:solidFill>
                  <a:schemeClr val="dk1"/>
                </a:solidFill>
                <a:highlight>
                  <a:srgbClr val="FFFF00"/>
                </a:highlight>
                <a:sym typeface="Arial"/>
              </a:rPr>
              <a:t> ‘trial</a:t>
            </a:r>
            <a:r>
              <a:rPr lang="en-US" sz="1800" dirty="0">
                <a:highlight>
                  <a:srgbClr val="FFFF00"/>
                </a:highlight>
              </a:rPr>
              <a:t> run’</a:t>
            </a:r>
            <a:r>
              <a:rPr lang="en-US" sz="1800" i="0" u="none" strike="noStrike" cap="none" dirty="0">
                <a:solidFill>
                  <a:schemeClr val="dk1"/>
                </a:solidFill>
                <a:highlight>
                  <a:srgbClr val="FFFF00"/>
                </a:highlight>
                <a:sym typeface="Arial"/>
              </a:rPr>
              <a:t> </a:t>
            </a:r>
            <a:r>
              <a:rPr lang="en-US" sz="1800" i="0" u="none" strike="noStrike" cap="none" dirty="0">
                <a:solidFill>
                  <a:schemeClr val="dk1"/>
                </a:solidFill>
                <a:sym typeface="Arial"/>
              </a:rPr>
              <a:t>from Play-</a:t>
            </a:r>
            <a:r>
              <a:rPr lang="en-US" sz="1800" i="0" u="none" strike="noStrike" cap="none" dirty="0" err="1">
                <a:solidFill>
                  <a:schemeClr val="dk1"/>
                </a:solidFill>
                <a:sym typeface="Arial"/>
              </a:rPr>
              <a:t>in</a:t>
            </a:r>
            <a:r>
              <a:rPr lang="en-US" sz="1800" dirty="0" err="1"/>
              <a:t>g</a:t>
            </a:r>
            <a:r>
              <a:rPr lang="en-US" sz="1800" dirty="0"/>
              <a:t> (running) </a:t>
            </a:r>
            <a:r>
              <a:rPr lang="en-US" sz="1800" i="0" u="none" strike="noStrike" cap="none" dirty="0">
                <a:solidFill>
                  <a:schemeClr val="dk1"/>
                </a:solidFill>
                <a:sym typeface="Arial"/>
              </a:rPr>
              <a:t> </a:t>
            </a:r>
            <a:r>
              <a:rPr lang="en-US" sz="1800" dirty="0"/>
              <a:t>two virtual worlds under </a:t>
            </a:r>
            <a:r>
              <a:rPr lang="en-US" sz="1800" b="1" dirty="0"/>
              <a:t>textbook </a:t>
            </a:r>
            <a:r>
              <a:rPr lang="en-US" sz="1800" dirty="0"/>
              <a:t>tab</a:t>
            </a:r>
          </a:p>
          <a:p>
            <a:pPr marL="800100" lvl="1" indent="-342900">
              <a:lnSpc>
                <a:spcPct val="90000"/>
              </a:lnSpc>
              <a:buNone/>
            </a:pPr>
            <a:r>
              <a:rPr lang="en-US" sz="1800" b="1" i="0" u="none" strike="noStrike" cap="none" dirty="0">
                <a:solidFill>
                  <a:schemeClr val="dk1"/>
                </a:solidFill>
                <a:sym typeface="Arial"/>
              </a:rPr>
              <a:t>	</a:t>
            </a:r>
            <a:r>
              <a:rPr lang="en-US" sz="1800" b="0" i="0" u="none" strike="noStrike" cap="none" dirty="0">
                <a:solidFill>
                  <a:schemeClr val="dk1"/>
                </a:solidFill>
                <a:sym typeface="Arial"/>
              </a:rPr>
              <a:t>- </a:t>
            </a:r>
            <a:r>
              <a:rPr lang="en-US" sz="1800" b="0" i="0" u="none" strike="noStrike" cap="none" dirty="0" err="1">
                <a:solidFill>
                  <a:schemeClr val="dk1"/>
                </a:solidFill>
                <a:sym typeface="Arial"/>
              </a:rPr>
              <a:t>AppendixA_FirstWorld</a:t>
            </a:r>
            <a:r>
              <a:rPr lang="en-US" sz="1800" b="0" i="0" u="none" strike="noStrike" cap="none" dirty="0">
                <a:solidFill>
                  <a:schemeClr val="dk1"/>
                </a:solidFill>
                <a:sym typeface="Arial"/>
              </a:rPr>
              <a:t> </a:t>
            </a:r>
            <a:r>
              <a:rPr lang="en-US" sz="1800" b="0" i="0" u="none" strike="noStrike" cap="none" dirty="0">
                <a:solidFill>
                  <a:srgbClr val="A00000"/>
                </a:solidFill>
                <a:sym typeface="Arial"/>
              </a:rPr>
              <a:t>(Figure A-1-5: </a:t>
            </a:r>
            <a:r>
              <a:rPr lang="en-US" sz="1800" b="0" i="0" u="none" strike="noStrike" cap="none" dirty="0">
                <a:solidFill>
                  <a:schemeClr val="tx1"/>
                </a:solidFill>
                <a:sym typeface="Arial"/>
              </a:rPr>
              <a:t>“</a:t>
            </a:r>
            <a:r>
              <a:rPr lang="en-US" sz="1800" b="1" i="0" u="none" strike="noStrike" cap="none" dirty="0">
                <a:solidFill>
                  <a:schemeClr val="tx1"/>
                </a:solidFill>
                <a:highlight>
                  <a:srgbClr val="00FF00"/>
                </a:highlight>
                <a:sym typeface="Arial"/>
              </a:rPr>
              <a:t>World 1</a:t>
            </a:r>
            <a:r>
              <a:rPr lang="en-US" sz="1800" i="0" u="none" strike="noStrike" cap="none" dirty="0">
                <a:solidFill>
                  <a:schemeClr val="tx1"/>
                </a:solidFill>
                <a:sym typeface="Arial"/>
              </a:rPr>
              <a:t>”</a:t>
            </a:r>
            <a:r>
              <a:rPr lang="en-US" sz="1800" b="0" i="0" u="none" strike="noStrike" cap="none" dirty="0">
                <a:solidFill>
                  <a:srgbClr val="A00000"/>
                </a:solidFill>
                <a:sym typeface="Arial"/>
              </a:rPr>
              <a:t>)</a:t>
            </a:r>
          </a:p>
          <a:p>
            <a:pPr marL="800100" lvl="1" indent="-342900">
              <a:lnSpc>
                <a:spcPct val="90000"/>
              </a:lnSpc>
              <a:spcBef>
                <a:spcPts val="480"/>
              </a:spcBef>
              <a:buNone/>
            </a:pPr>
            <a:r>
              <a:rPr lang="en-US" sz="1800" b="0" i="0" u="none" strike="noStrike" cap="none" dirty="0">
                <a:solidFill>
                  <a:schemeClr val="dk1"/>
                </a:solidFill>
                <a:sym typeface="Arial"/>
              </a:rPr>
              <a:t>	- </a:t>
            </a:r>
            <a:r>
              <a:rPr lang="en-US" sz="1800" b="0" i="0" u="none" strike="noStrike" cap="none" dirty="0" err="1">
                <a:solidFill>
                  <a:schemeClr val="dk1"/>
                </a:solidFill>
                <a:sym typeface="Arial"/>
              </a:rPr>
              <a:t>AppendixA_DancingBee</a:t>
            </a:r>
            <a:r>
              <a:rPr lang="en-US" sz="1800" b="0" i="0" u="none" strike="noStrike" cap="none" dirty="0">
                <a:solidFill>
                  <a:schemeClr val="dk1"/>
                </a:solidFill>
                <a:sym typeface="Arial"/>
              </a:rPr>
              <a:t> </a:t>
            </a:r>
            <a:r>
              <a:rPr lang="en-US" sz="1800" dirty="0">
                <a:solidFill>
                  <a:srgbClr val="A00000"/>
                </a:solidFill>
              </a:rPr>
              <a:t>(Figure A-1-8: </a:t>
            </a:r>
            <a:r>
              <a:rPr lang="en-US" sz="1800" dirty="0">
                <a:solidFill>
                  <a:schemeClr val="tx1"/>
                </a:solidFill>
              </a:rPr>
              <a:t>“</a:t>
            </a:r>
            <a:r>
              <a:rPr lang="en-US" sz="1800" b="1" dirty="0">
                <a:solidFill>
                  <a:schemeClr val="tx1"/>
                </a:solidFill>
                <a:highlight>
                  <a:srgbClr val="00FF00"/>
                </a:highlight>
              </a:rPr>
              <a:t>World 2</a:t>
            </a:r>
            <a:r>
              <a:rPr lang="en-US" sz="1800" dirty="0">
                <a:solidFill>
                  <a:schemeClr val="tx1"/>
                </a:solidFill>
              </a:rPr>
              <a:t>”</a:t>
            </a:r>
            <a:r>
              <a:rPr lang="en-US" sz="1800" dirty="0">
                <a:solidFill>
                  <a:srgbClr val="A00000"/>
                </a:solidFill>
              </a:rPr>
              <a:t>)</a:t>
            </a:r>
          </a:p>
          <a:p>
            <a:pPr marL="342900" lvl="0" indent="-342900">
              <a:lnSpc>
                <a:spcPct val="90000"/>
              </a:lnSpc>
              <a:spcBef>
                <a:spcPts val="560"/>
              </a:spcBef>
              <a:buSzPts val="2800"/>
            </a:pPr>
            <a:r>
              <a:rPr lang="en-US" sz="1800" b="1" dirty="0"/>
              <a:t>Kinds of Animations </a:t>
            </a:r>
            <a:r>
              <a:rPr lang="en-US" sz="1800" dirty="0"/>
              <a:t>[p.143, 145]</a:t>
            </a:r>
          </a:p>
          <a:p>
            <a:pPr marL="342900" lvl="0" indent="-342900">
              <a:lnSpc>
                <a:spcPct val="90000"/>
              </a:lnSpc>
              <a:spcBef>
                <a:spcPts val="560"/>
              </a:spcBef>
              <a:buNone/>
            </a:pPr>
            <a:r>
              <a:rPr lang="en-US" sz="1800" b="1" dirty="0"/>
              <a:t>	</a:t>
            </a:r>
            <a:r>
              <a:rPr lang="en-US" sz="1800" dirty="0"/>
              <a:t>- </a:t>
            </a:r>
            <a:r>
              <a:rPr lang="en-US" sz="1800" b="1" dirty="0"/>
              <a:t>Passive: </a:t>
            </a:r>
            <a:r>
              <a:rPr lang="en-US" sz="1800" dirty="0"/>
              <a:t>in movies, a </a:t>
            </a:r>
            <a:r>
              <a:rPr lang="en-US" sz="1800" dirty="0">
                <a:solidFill>
                  <a:srgbClr val="A00000"/>
                </a:solidFill>
              </a:rPr>
              <a:t>user </a:t>
            </a:r>
            <a:r>
              <a:rPr lang="en-US" sz="1800" u="sng" dirty="0">
                <a:solidFill>
                  <a:srgbClr val="A00000"/>
                </a:solidFill>
              </a:rPr>
              <a:t>watches</a:t>
            </a:r>
            <a:r>
              <a:rPr lang="en-US" sz="1800" dirty="0">
                <a:solidFill>
                  <a:srgbClr val="A00000"/>
                </a:solidFill>
              </a:rPr>
              <a:t> </a:t>
            </a:r>
            <a:r>
              <a:rPr lang="en-US" sz="1800" dirty="0"/>
              <a:t>the animation; a user is the human using the tool, a client of which the tool you programmed for</a:t>
            </a:r>
          </a:p>
          <a:p>
            <a:pPr marL="342900" lvl="0" indent="-342900">
              <a:lnSpc>
                <a:spcPct val="90000"/>
              </a:lnSpc>
              <a:spcBef>
                <a:spcPts val="480"/>
              </a:spcBef>
              <a:buNone/>
            </a:pPr>
            <a:r>
              <a:rPr lang="en-US" sz="1800" dirty="0"/>
              <a:t>	- </a:t>
            </a:r>
            <a:r>
              <a:rPr lang="en-US" sz="1800" b="1" dirty="0"/>
              <a:t>Interactive: </a:t>
            </a:r>
            <a:r>
              <a:rPr lang="en-US" sz="1800" dirty="0">
                <a:solidFill>
                  <a:srgbClr val="A00000"/>
                </a:solidFill>
              </a:rPr>
              <a:t>User</a:t>
            </a:r>
            <a:r>
              <a:rPr lang="en-US" sz="1800" dirty="0"/>
              <a:t> </a:t>
            </a:r>
            <a:r>
              <a:rPr lang="en-US" sz="1800" dirty="0">
                <a:solidFill>
                  <a:srgbClr val="A00000"/>
                </a:solidFill>
              </a:rPr>
              <a:t>clicks</a:t>
            </a:r>
            <a:r>
              <a:rPr lang="en-US" sz="1800" dirty="0"/>
              <a:t> on </a:t>
            </a:r>
            <a:r>
              <a:rPr lang="en-US" sz="1800" dirty="0">
                <a:solidFill>
                  <a:schemeClr val="tx1"/>
                </a:solidFill>
              </a:rPr>
              <a:t>mouse</a:t>
            </a:r>
            <a:r>
              <a:rPr lang="en-US" sz="1800" dirty="0"/>
              <a:t>, </a:t>
            </a:r>
            <a:r>
              <a:rPr lang="en-US" sz="1800" dirty="0">
                <a:solidFill>
                  <a:srgbClr val="A00000"/>
                </a:solidFill>
              </a:rPr>
              <a:t>types</a:t>
            </a:r>
            <a:r>
              <a:rPr lang="en-US" sz="1800" dirty="0"/>
              <a:t> a key on keyboard, etc. …</a:t>
            </a:r>
          </a:p>
          <a:p>
            <a:pPr marL="969962" lvl="2" indent="-347662">
              <a:lnSpc>
                <a:spcPct val="90000"/>
              </a:lnSpc>
              <a:buFont typeface="Courier New"/>
              <a:buChar char="o"/>
            </a:pPr>
            <a:r>
              <a:rPr lang="en-US" sz="1800" dirty="0"/>
              <a:t>Actions of a user are called </a:t>
            </a:r>
            <a:r>
              <a:rPr lang="en-US" sz="1800" b="1" dirty="0">
                <a:solidFill>
                  <a:schemeClr val="accent2"/>
                </a:solidFill>
              </a:rPr>
              <a:t>events; </a:t>
            </a:r>
            <a:r>
              <a:rPr lang="en-US" sz="1800" dirty="0">
                <a:solidFill>
                  <a:schemeClr val="tx1"/>
                </a:solidFill>
              </a:rPr>
              <a:t>events are triggered by users</a:t>
            </a:r>
          </a:p>
          <a:p>
            <a:pPr marL="969962" lvl="2" indent="-347662">
              <a:lnSpc>
                <a:spcPct val="90000"/>
              </a:lnSpc>
              <a:buFont typeface="Courier New"/>
              <a:buChar char="o"/>
            </a:pPr>
            <a:r>
              <a:rPr lang="en-US" sz="1800" dirty="0"/>
              <a:t>The responses to the events are called </a:t>
            </a:r>
            <a:r>
              <a:rPr lang="en-US" sz="1800" b="1" dirty="0">
                <a:solidFill>
                  <a:schemeClr val="accent2"/>
                </a:solidFill>
              </a:rPr>
              <a:t>event handler</a:t>
            </a:r>
          </a:p>
          <a:p>
            <a:pPr marL="969962" lvl="2" indent="-347662">
              <a:lnSpc>
                <a:spcPct val="90000"/>
              </a:lnSpc>
              <a:buFont typeface="Courier New"/>
              <a:buChar char="o"/>
            </a:pPr>
            <a:r>
              <a:rPr lang="en-US" sz="1800" dirty="0">
                <a:solidFill>
                  <a:schemeClr val="tx1"/>
                </a:solidFill>
              </a:rPr>
              <a:t>Being </a:t>
            </a:r>
            <a:r>
              <a:rPr lang="en-US" sz="1800" u="sng" dirty="0">
                <a:solidFill>
                  <a:srgbClr val="A00000"/>
                </a:solidFill>
              </a:rPr>
              <a:t>interactive</a:t>
            </a:r>
            <a:r>
              <a:rPr lang="en-US" sz="1800" dirty="0">
                <a:solidFill>
                  <a:schemeClr val="tx1"/>
                </a:solidFill>
              </a:rPr>
              <a:t> is aka (also known as) </a:t>
            </a:r>
            <a:r>
              <a:rPr lang="en-US" sz="1800" dirty="0">
                <a:solidFill>
                  <a:srgbClr val="A00000"/>
                </a:solidFill>
              </a:rPr>
              <a:t>event-driven</a:t>
            </a:r>
          </a:p>
          <a:p>
            <a:pPr marL="342900" indent="-342900">
              <a:lnSpc>
                <a:spcPct val="90000"/>
              </a:lnSpc>
              <a:spcBef>
                <a:spcPts val="480"/>
              </a:spcBef>
              <a:buNone/>
            </a:pPr>
            <a:endParaRPr lang="en-US" sz="1800" dirty="0"/>
          </a:p>
        </p:txBody>
      </p:sp>
      <p:sp>
        <p:nvSpPr>
          <p:cNvPr id="73" name="Google Shape;73;p15">
            <a:extLst>
              <a:ext uri="{C183D7F6-B498-43B3-948B-1728B52AA6E4}">
                <adec:decorative xmlns:adec="http://schemas.microsoft.com/office/drawing/2017/decorative" val="1"/>
              </a:ext>
            </a:extLst>
          </p:cNvPr>
          <p:cNvSpPr/>
          <p:nvPr/>
        </p:nvSpPr>
        <p:spPr>
          <a:xfrm>
            <a:off x="7374700" y="0"/>
            <a:ext cx="1617000" cy="838200"/>
          </a:xfrm>
          <a:prstGeom prst="ellipse">
            <a:avLst/>
          </a:prstGeom>
          <a:solidFill>
            <a:schemeClr val="accen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Font typeface="Arial"/>
              <a:buNone/>
            </a:pPr>
            <a:r>
              <a:rPr lang="en-US" sz="1800" b="0" i="0" u="none" dirty="0">
                <a:solidFill>
                  <a:schemeClr val="dk1"/>
                </a:solidFill>
                <a:latin typeface="Arial"/>
                <a:ea typeface="Arial"/>
                <a:cs typeface="Arial"/>
                <a:sym typeface="Arial"/>
              </a:rPr>
              <a:t>Appendix</a:t>
            </a:r>
            <a:endParaRPr lang="en-US" dirty="0"/>
          </a:p>
          <a:p>
            <a:pPr marL="0" marR="0" lvl="0" indent="0" algn="ctr" rtl="0">
              <a:lnSpc>
                <a:spcPct val="100000"/>
              </a:lnSpc>
              <a:spcBef>
                <a:spcPts val="0"/>
              </a:spcBef>
              <a:spcAft>
                <a:spcPts val="0"/>
              </a:spcAft>
              <a:buClr>
                <a:schemeClr val="dk1"/>
              </a:buClr>
              <a:buFont typeface="Arial"/>
              <a:buNone/>
            </a:pPr>
            <a:r>
              <a:rPr lang="en-US" sz="1800" b="0" i="0" u="none" dirty="0">
                <a:solidFill>
                  <a:schemeClr val="dk1"/>
                </a:solidFill>
                <a:latin typeface="Arial"/>
                <a:ea typeface="Arial"/>
                <a:cs typeface="Arial"/>
                <a:sym typeface="Arial"/>
              </a:rPr>
              <a:t>A</a:t>
            </a:r>
            <a:endParaRPr lang="en-US" dirty="0"/>
          </a:p>
        </p:txBody>
      </p:sp>
      <p:pic>
        <p:nvPicPr>
          <p:cNvPr id="2" name="Picture 1" descr="Informative graphic on Getting Started (Part 1 ) showing: Download and install Alice tool (software)&#10; - By now, you should have your Alice2 tool installed in your machine.&#10;Starting Alice&#10; - double click the executable file, Alice.exe &#10; - a shortcut can be created on desktop&#10;Follow exact steps in self-paced tutorials in Appendix A&#10;- First, do a ‘trial run’ from Play-ing (running)  two virtual worlds under textbook tab&#10; - AppendixA_FirstWorld (Figure A-1-5: “World 1”)&#10; - AppendixA_DancingBee (Figure A-1-8: “World 2”)&#10;Kinds of Animations [p.143, 145]&#10; - Passive: in movies, a user watches the animation; a user is the human using the tool, a client of which the tool you programmed for&#10; - Interactive: User clicks on mouse, types a key on keyboard, etc. …&#10;Actions of a user are called events; events are triggered by users&#10;The responses to the events are called event handler&#10;Being interactive is aka (also known as) event-driven; Appendix&#10;A; Getting Started (Part 1 )." title="Getting Started (Part 1 ) Graphic">
            <a:extLst>
              <a:ext uri="{FF2B5EF4-FFF2-40B4-BE49-F238E27FC236}">
                <a16:creationId xmlns:a16="http://schemas.microsoft.com/office/drawing/2014/main" id="{2C04359C-0658-41A6-B45A-B3952779E830}"/>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5370195" y="1942682"/>
            <a:ext cx="1238250" cy="504825"/>
          </a:xfrm>
          <a:prstGeom prst="rect">
            <a:avLst/>
          </a:prstGeom>
        </p:spPr>
      </p:pic>
    </p:spTree>
    <p:extLst>
      <p:ext uri="{BB962C8B-B14F-4D97-AF65-F5344CB8AC3E}">
        <p14:creationId xmlns:p14="http://schemas.microsoft.com/office/powerpoint/2010/main" val="1566188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2">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2">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2">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2">
                                            <p:txEl>
                                              <p:pRg st="9" end="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2">
                                            <p:txEl>
                                              <p:pRg st="10" end="1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2">
                                            <p:txEl>
                                              <p:pRg st="11" end="1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2">
                                            <p:txEl>
                                              <p:pRg st="12" end="1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2">
                                            <p:txEl>
                                              <p:pRg st="13" end="1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2">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2" name="Title 1">
            <a:extLst>
              <a:ext uri="{FF2B5EF4-FFF2-40B4-BE49-F238E27FC236}">
                <a16:creationId xmlns:a16="http://schemas.microsoft.com/office/drawing/2014/main" id="{F35D241B-AFB8-E54D-B1C8-86A829532370}"/>
              </a:ext>
            </a:extLst>
          </p:cNvPr>
          <p:cNvSpPr>
            <a:spLocks noGrp="1"/>
          </p:cNvSpPr>
          <p:nvPr>
            <p:ph type="title"/>
          </p:nvPr>
        </p:nvSpPr>
        <p:spPr>
          <a:xfrm>
            <a:off x="2438400" y="196850"/>
            <a:ext cx="4419600" cy="641350"/>
          </a:xfrm>
        </p:spPr>
        <p:txBody>
          <a:bodyPr/>
          <a:lstStyle/>
          <a:p>
            <a:r>
              <a:rPr lang="en-US" sz="3600" b="1" dirty="0">
                <a:solidFill>
                  <a:srgbClr val="000000"/>
                </a:solidFill>
                <a:latin typeface="Arial" panose="020B0604020202020204" pitchFamily="34" charset="0"/>
              </a:rPr>
              <a:t>World 1</a:t>
            </a:r>
          </a:p>
        </p:txBody>
      </p:sp>
      <p:sp>
        <p:nvSpPr>
          <p:cNvPr id="4" name="Google Shape;73;p15">
            <a:extLst>
              <a:ext uri="{FF2B5EF4-FFF2-40B4-BE49-F238E27FC236}">
                <a16:creationId xmlns:a16="http://schemas.microsoft.com/office/drawing/2014/main" id="{23921686-B006-48AC-AC94-E9DDAF3C035B}"/>
              </a:ext>
              <a:ext uri="{C183D7F6-B498-43B3-948B-1728B52AA6E4}">
                <adec:decorative xmlns:adec="http://schemas.microsoft.com/office/drawing/2017/decorative" val="1"/>
              </a:ext>
            </a:extLst>
          </p:cNvPr>
          <p:cNvSpPr/>
          <p:nvPr/>
        </p:nvSpPr>
        <p:spPr>
          <a:xfrm>
            <a:off x="7374700" y="0"/>
            <a:ext cx="1617000" cy="838200"/>
          </a:xfrm>
          <a:prstGeom prst="ellipse">
            <a:avLst/>
          </a:prstGeom>
          <a:solidFill>
            <a:schemeClr val="accen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Font typeface="Arial"/>
              <a:buNone/>
            </a:pPr>
            <a:r>
              <a:rPr lang="en-US" sz="1800" dirty="0">
                <a:solidFill>
                  <a:schemeClr val="dk1"/>
                </a:solidFill>
              </a:rPr>
              <a:t>P.333</a:t>
            </a:r>
            <a:endParaRPr lang="en-US" dirty="0"/>
          </a:p>
        </p:txBody>
      </p:sp>
      <p:sp>
        <p:nvSpPr>
          <p:cNvPr id="79" name="Google Shape;79;p16"/>
          <p:cNvSpPr txBox="1">
            <a:spLocks noGrp="1"/>
          </p:cNvSpPr>
          <p:nvPr>
            <p:ph type="body" idx="1"/>
          </p:nvPr>
        </p:nvSpPr>
        <p:spPr>
          <a:xfrm>
            <a:off x="228600" y="1390650"/>
            <a:ext cx="8686800" cy="38862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800"/>
              <a:buFont typeface="Arial"/>
              <a:buChar char="•"/>
            </a:pPr>
            <a:r>
              <a:rPr lang="en-US" sz="2800" b="0" i="0" u="none" strike="noStrike" cap="none" dirty="0" err="1">
                <a:solidFill>
                  <a:schemeClr val="dk1"/>
                </a:solidFill>
                <a:sym typeface="Arial"/>
              </a:rPr>
              <a:t>AppendixA_FirstWorld</a:t>
            </a:r>
            <a:r>
              <a:rPr lang="en-US" sz="2800" b="0" i="0" u="none" strike="noStrike" cap="none" dirty="0">
                <a:solidFill>
                  <a:schemeClr val="dk1"/>
                </a:solidFill>
                <a:sym typeface="Arial"/>
              </a:rPr>
              <a:t> </a:t>
            </a:r>
            <a:r>
              <a:rPr lang="en-US" sz="2800" b="0" i="0" u="none" strike="noStrike" cap="none" dirty="0">
                <a:solidFill>
                  <a:srgbClr val="A00000"/>
                </a:solidFill>
                <a:sym typeface="Arial"/>
              </a:rPr>
              <a:t>(Figure A-1-5: </a:t>
            </a:r>
            <a:r>
              <a:rPr lang="en-US" sz="2800" b="0" i="0" u="none" strike="noStrike" cap="none" dirty="0">
                <a:solidFill>
                  <a:schemeClr val="tx1"/>
                </a:solidFill>
                <a:sym typeface="Arial"/>
              </a:rPr>
              <a:t>“</a:t>
            </a:r>
            <a:r>
              <a:rPr lang="en-US" sz="2800" b="1" i="0" u="none" strike="noStrike" cap="none" dirty="0">
                <a:solidFill>
                  <a:schemeClr val="tx1"/>
                </a:solidFill>
                <a:highlight>
                  <a:srgbClr val="00FF00"/>
                </a:highlight>
                <a:sym typeface="Arial"/>
              </a:rPr>
              <a:t>World 1</a:t>
            </a:r>
            <a:r>
              <a:rPr lang="en-US" sz="2800" i="0" u="none" strike="noStrike" cap="none" dirty="0">
                <a:solidFill>
                  <a:schemeClr val="tx1"/>
                </a:solidFill>
                <a:sym typeface="Arial"/>
              </a:rPr>
              <a:t>”</a:t>
            </a:r>
            <a:r>
              <a:rPr lang="en-US" sz="2800" b="0" i="0" u="none" strike="noStrike" cap="none" dirty="0">
                <a:solidFill>
                  <a:srgbClr val="A00000"/>
                </a:solidFill>
                <a:sym typeface="Arial"/>
              </a:rPr>
              <a:t>)</a:t>
            </a:r>
            <a:endParaRPr lang="en-US" sz="2800" b="1" dirty="0">
              <a:solidFill>
                <a:srgbClr val="A00000"/>
              </a:solidFill>
            </a:endParaRPr>
          </a:p>
          <a:p>
            <a:pPr marL="342900" marR="0" lvl="0" indent="-342900" algn="l" rtl="0">
              <a:lnSpc>
                <a:spcPct val="100000"/>
              </a:lnSpc>
              <a:spcBef>
                <a:spcPts val="0"/>
              </a:spcBef>
              <a:spcAft>
                <a:spcPts val="0"/>
              </a:spcAft>
              <a:buClr>
                <a:schemeClr val="dk1"/>
              </a:buClr>
              <a:buSzPts val="2800"/>
              <a:buFont typeface="Arial"/>
              <a:buChar char="•"/>
            </a:pPr>
            <a:r>
              <a:rPr lang="en-US" sz="2800" dirty="0"/>
              <a:t>Learning Objectives</a:t>
            </a:r>
            <a:endParaRPr lang="en-US" dirty="0"/>
          </a:p>
          <a:p>
            <a:pPr marL="342900" marR="0" lvl="0" indent="-342900" algn="l" rtl="0">
              <a:lnSpc>
                <a:spcPct val="100000"/>
              </a:lnSpc>
              <a:spcBef>
                <a:spcPts val="560"/>
              </a:spcBef>
              <a:spcAft>
                <a:spcPts val="0"/>
              </a:spcAft>
              <a:buClr>
                <a:schemeClr val="dk1"/>
              </a:buClr>
              <a:buFont typeface="Arial"/>
              <a:buNone/>
            </a:pPr>
            <a:r>
              <a:rPr lang="en-US" sz="2800" b="1" i="0" u="none" strike="noStrike" cap="none" dirty="0">
                <a:solidFill>
                  <a:schemeClr val="dk1"/>
                </a:solidFill>
                <a:sym typeface="Arial"/>
              </a:rPr>
              <a:t>	</a:t>
            </a:r>
            <a:r>
              <a:rPr lang="en-US" sz="2800" b="0" i="0" u="none" strike="noStrike" cap="none" dirty="0">
                <a:solidFill>
                  <a:schemeClr val="dk1"/>
                </a:solidFill>
                <a:sym typeface="Arial"/>
              </a:rPr>
              <a:t>- How to start Alice</a:t>
            </a:r>
            <a:endParaRPr lang="en-US" dirty="0"/>
          </a:p>
          <a:p>
            <a:pPr marL="342900" marR="0" lvl="0" indent="-342900" algn="l" rtl="0">
              <a:lnSpc>
                <a:spcPct val="100000"/>
              </a:lnSpc>
              <a:spcBef>
                <a:spcPts val="560"/>
              </a:spcBef>
              <a:spcAft>
                <a:spcPts val="0"/>
              </a:spcAft>
              <a:buClr>
                <a:schemeClr val="dk1"/>
              </a:buClr>
              <a:buFont typeface="Arial"/>
              <a:buNone/>
            </a:pPr>
            <a:r>
              <a:rPr lang="en-US" sz="2800" b="0" i="0" u="none" strike="noStrike" cap="none" dirty="0">
                <a:solidFill>
                  <a:schemeClr val="dk1"/>
                </a:solidFill>
                <a:sym typeface="Arial"/>
              </a:rPr>
              <a:t>	- How to open a saved world </a:t>
            </a:r>
          </a:p>
          <a:p>
            <a:pPr marL="342900" marR="0" lvl="0" indent="-342900" algn="l" rtl="0">
              <a:lnSpc>
                <a:spcPct val="100000"/>
              </a:lnSpc>
              <a:spcBef>
                <a:spcPts val="560"/>
              </a:spcBef>
              <a:spcAft>
                <a:spcPts val="0"/>
              </a:spcAft>
              <a:buClr>
                <a:schemeClr val="dk1"/>
              </a:buClr>
              <a:buFont typeface="Arial"/>
              <a:buNone/>
            </a:pPr>
            <a:r>
              <a:rPr lang="en-US" sz="2800" b="0" i="0" u="none" strike="noStrike" cap="none" dirty="0">
                <a:solidFill>
                  <a:schemeClr val="dk1"/>
                </a:solidFill>
                <a:sym typeface="Arial"/>
              </a:rPr>
              <a:t>	- How to play a world</a:t>
            </a:r>
            <a:endParaRPr lang="en-US" dirty="0"/>
          </a:p>
          <a:p>
            <a:pPr marL="342900" marR="0" lvl="0" indent="-342900" algn="l" rtl="0">
              <a:lnSpc>
                <a:spcPct val="100000"/>
              </a:lnSpc>
              <a:spcBef>
                <a:spcPts val="560"/>
              </a:spcBef>
              <a:spcAft>
                <a:spcPts val="0"/>
              </a:spcAft>
              <a:buClr>
                <a:schemeClr val="dk1"/>
              </a:buClr>
              <a:buFont typeface="Arial"/>
              <a:buNone/>
            </a:pPr>
            <a:r>
              <a:rPr lang="en-US" sz="2800" b="0" i="0" u="none" strike="noStrike" cap="none" dirty="0">
                <a:solidFill>
                  <a:schemeClr val="dk1"/>
                </a:solidFill>
                <a:sym typeface="Arial"/>
              </a:rPr>
              <a:t>	- How to stop a world </a:t>
            </a:r>
            <a:endParaRPr lang="en-US" dirty="0">
              <a:solidFill>
                <a:srgbClr val="A00000"/>
              </a:solidFill>
            </a:endParaRPr>
          </a:p>
          <a:p>
            <a:pPr marL="342900" marR="0" lvl="0" indent="-342900" algn="l" rtl="0">
              <a:lnSpc>
                <a:spcPct val="100000"/>
              </a:lnSpc>
              <a:spcBef>
                <a:spcPts val="560"/>
              </a:spcBef>
              <a:spcAft>
                <a:spcPts val="0"/>
              </a:spcAft>
              <a:buClr>
                <a:schemeClr val="dk1"/>
              </a:buClr>
              <a:buFont typeface="Arial"/>
              <a:buNone/>
            </a:pPr>
            <a:r>
              <a:rPr lang="en-US" sz="2800" b="0" i="0" u="none" strike="noStrike" cap="none" dirty="0">
                <a:solidFill>
                  <a:schemeClr val="dk1"/>
                </a:solidFill>
                <a:sym typeface="Arial"/>
              </a:rPr>
              <a:t>	- How to restart a world</a:t>
            </a:r>
            <a:endParaRPr lang="en-US" dirty="0">
              <a:solidFill>
                <a:schemeClr val="tx1"/>
              </a:solidFill>
            </a:endParaRPr>
          </a:p>
        </p:txBody>
      </p:sp>
    </p:spTree>
    <p:extLst>
      <p:ext uri="{BB962C8B-B14F-4D97-AF65-F5344CB8AC3E}">
        <p14:creationId xmlns:p14="http://schemas.microsoft.com/office/powerpoint/2010/main" val="347502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9">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9">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9">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3" name="Title 2">
            <a:extLst>
              <a:ext uri="{FF2B5EF4-FFF2-40B4-BE49-F238E27FC236}">
                <a16:creationId xmlns:a16="http://schemas.microsoft.com/office/drawing/2014/main" id="{62B38B7F-39CC-2D7A-51A6-1F2C3C73928E}"/>
              </a:ext>
            </a:extLst>
          </p:cNvPr>
          <p:cNvSpPr>
            <a:spLocks noGrp="1"/>
          </p:cNvSpPr>
          <p:nvPr>
            <p:ph type="title"/>
          </p:nvPr>
        </p:nvSpPr>
        <p:spPr>
          <a:xfrm>
            <a:off x="1678330" y="284384"/>
            <a:ext cx="5283843" cy="641350"/>
          </a:xfrm>
        </p:spPr>
        <p:txBody>
          <a:bodyPr/>
          <a:lstStyle/>
          <a:p>
            <a:r>
              <a:rPr lang="en-US" sz="2400" b="1" dirty="0">
                <a:solidFill>
                  <a:srgbClr val="000000"/>
                </a:solidFill>
                <a:latin typeface="Arial" panose="020B0604020202020204" pitchFamily="34" charset="0"/>
              </a:rPr>
              <a:t>The Alice’s Tool-Human Interface</a:t>
            </a:r>
          </a:p>
        </p:txBody>
      </p:sp>
      <p:sp>
        <p:nvSpPr>
          <p:cNvPr id="73" name="Google Shape;73;p15"/>
          <p:cNvSpPr/>
          <p:nvPr/>
        </p:nvSpPr>
        <p:spPr>
          <a:xfrm>
            <a:off x="7260400" y="-38100"/>
            <a:ext cx="1769300" cy="838200"/>
          </a:xfrm>
          <a:prstGeom prst="ellipse">
            <a:avLst/>
          </a:prstGeom>
          <a:solidFill>
            <a:schemeClr val="accen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Font typeface="Arial"/>
              <a:buNone/>
            </a:pPr>
            <a:r>
              <a:rPr lang="en-US" sz="1800" dirty="0">
                <a:solidFill>
                  <a:schemeClr val="dk1"/>
                </a:solidFill>
              </a:rPr>
              <a:t>P. 332</a:t>
            </a:r>
          </a:p>
          <a:p>
            <a:pPr marL="0" marR="0" lvl="0" indent="0" algn="ctr" rtl="0">
              <a:lnSpc>
                <a:spcPct val="100000"/>
              </a:lnSpc>
              <a:spcBef>
                <a:spcPts val="0"/>
              </a:spcBef>
              <a:spcAft>
                <a:spcPts val="0"/>
              </a:spcAft>
              <a:buClr>
                <a:schemeClr val="dk1"/>
              </a:buClr>
              <a:buFont typeface="Arial"/>
              <a:buNone/>
            </a:pPr>
            <a:r>
              <a:rPr lang="en-US" sz="1800" dirty="0">
                <a:solidFill>
                  <a:schemeClr val="dk1"/>
                </a:solidFill>
              </a:rPr>
              <a:t>Fig. A-1-3</a:t>
            </a:r>
            <a:endParaRPr lang="en-US" dirty="0"/>
          </a:p>
        </p:txBody>
      </p:sp>
      <p:pic>
        <p:nvPicPr>
          <p:cNvPr id="2" name="Picture 1" descr="Informative graphic on The Alice’s Tool-Human Interface showing: P. 332&#10;Fig. A-1-3; The Alice’s Tool-Human Interface." title="The Alice’s Tool-Human Interface Graphic">
            <a:extLst>
              <a:ext uri="{FF2B5EF4-FFF2-40B4-BE49-F238E27FC236}">
                <a16:creationId xmlns:a16="http://schemas.microsoft.com/office/drawing/2014/main" id="{00458E37-C9E0-4531-BF1C-9128A98D9B69}"/>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0" y="857250"/>
            <a:ext cx="9144000" cy="5143500"/>
          </a:xfrm>
          <a:prstGeom prst="rect">
            <a:avLst/>
          </a:prstGeom>
        </p:spPr>
      </p:pic>
    </p:spTree>
    <p:extLst>
      <p:ext uri="{BB962C8B-B14F-4D97-AF65-F5344CB8AC3E}">
        <p14:creationId xmlns:p14="http://schemas.microsoft.com/office/powerpoint/2010/main" val="24045028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3" name="Title 2">
            <a:extLst>
              <a:ext uri="{FF2B5EF4-FFF2-40B4-BE49-F238E27FC236}">
                <a16:creationId xmlns:a16="http://schemas.microsoft.com/office/drawing/2014/main" id="{7466C8C3-2531-5484-68D2-0935FB37EC2E}"/>
              </a:ext>
            </a:extLst>
          </p:cNvPr>
          <p:cNvSpPr>
            <a:spLocks noGrp="1"/>
          </p:cNvSpPr>
          <p:nvPr>
            <p:ph type="title"/>
          </p:nvPr>
        </p:nvSpPr>
        <p:spPr>
          <a:xfrm>
            <a:off x="2438400" y="304800"/>
            <a:ext cx="4419600" cy="641350"/>
          </a:xfrm>
        </p:spPr>
        <p:txBody>
          <a:bodyPr/>
          <a:lstStyle/>
          <a:p>
            <a:r>
              <a:rPr lang="en-US" sz="3600" b="1" dirty="0">
                <a:solidFill>
                  <a:srgbClr val="000000"/>
                </a:solidFill>
                <a:latin typeface="Arial" panose="020B0604020202020204" pitchFamily="34" charset="0"/>
              </a:rPr>
              <a:t>The Alice Interface</a:t>
            </a:r>
          </a:p>
        </p:txBody>
      </p:sp>
      <p:grpSp>
        <p:nvGrpSpPr>
          <p:cNvPr id="30" name="Group 29" descr="Grouped diagram illustrating The Alice Interface with multiple visual components." title="The Alice Interface Diagram">
            <a:extLst>
              <a:ext uri="{FF2B5EF4-FFF2-40B4-BE49-F238E27FC236}">
                <a16:creationId xmlns:a16="http://schemas.microsoft.com/office/drawing/2014/main" id="{C664B71C-222E-4F0C-A44A-5C2EDAECEA15}"/>
              </a:ext>
              <a:ext uri="{C183D7F6-B498-43B3-948B-1728B52AA6E4}">
                <adec:decorative xmlns:adec="http://schemas.microsoft.com/office/drawing/2017/decorative" val="0"/>
              </a:ext>
            </a:extLst>
          </p:cNvPr>
          <p:cNvGrpSpPr/>
          <p:nvPr/>
        </p:nvGrpSpPr>
        <p:grpSpPr>
          <a:xfrm>
            <a:off x="1117600" y="856772"/>
            <a:ext cx="7376636" cy="5676108"/>
            <a:chOff x="1117600" y="856772"/>
            <a:chExt cx="7376636" cy="5676108"/>
          </a:xfrm>
        </p:grpSpPr>
        <p:pic>
          <p:nvPicPr>
            <p:cNvPr id="28" name="Picture 27" descr="Informative graphic on The Alice Interface showing: undo; P.332&#10;Fig. A-1-3; The Alice Interface." title="The Alice Interface Graphic">
              <a:extLst>
                <a:ext uri="{FF2B5EF4-FFF2-40B4-BE49-F238E27FC236}">
                  <a16:creationId xmlns:a16="http://schemas.microsoft.com/office/drawing/2014/main" id="{6B91062B-630A-47FE-B193-9D4040FB3552}"/>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17600" y="856772"/>
              <a:ext cx="7376636" cy="5463884"/>
            </a:xfrm>
            <a:prstGeom prst="rect">
              <a:avLst/>
            </a:prstGeom>
          </p:spPr>
        </p:pic>
        <p:sp>
          <p:nvSpPr>
            <p:cNvPr id="36" name="Rectangle 35">
              <a:extLst>
                <a:ext uri="{FF2B5EF4-FFF2-40B4-BE49-F238E27FC236}">
                  <a16:creationId xmlns:a16="http://schemas.microsoft.com/office/drawing/2014/main" id="{E23ACD53-A316-4DC3-90BC-5CB6DB986317}"/>
                </a:ext>
              </a:extLst>
            </p:cNvPr>
            <p:cNvSpPr/>
            <p:nvPr/>
          </p:nvSpPr>
          <p:spPr>
            <a:xfrm>
              <a:off x="2006838" y="6286659"/>
              <a:ext cx="5598160" cy="246221"/>
            </a:xfrm>
            <a:prstGeom prst="rect">
              <a:avLst/>
            </a:prstGeom>
          </p:spPr>
          <p:txBody>
            <a:bodyPr wrap="square">
              <a:spAutoFit/>
            </a:bodyPr>
            <a:lstStyle/>
            <a:p>
              <a:r>
                <a:rPr lang="en-US" sz="1000">
                  <a:hlinkClick r:id="rId4"/>
                </a:rPr>
                <a:t>Www2: Aliceglossary Pdf</a:t>
              </a:r>
              <a:endParaRPr lang="en-US" sz="1000" dirty="0"/>
            </a:p>
          </p:txBody>
        </p:sp>
      </p:grpSp>
      <p:sp>
        <p:nvSpPr>
          <p:cNvPr id="2" name="Rectangle 1">
            <a:extLst>
              <a:ext uri="{FF2B5EF4-FFF2-40B4-BE49-F238E27FC236}">
                <a16:creationId xmlns:a16="http://schemas.microsoft.com/office/drawing/2014/main" id="{F2B7AB44-D266-42B3-B4D5-DE70D56FA6FA}"/>
              </a:ext>
              <a:ext uri="{C183D7F6-B498-43B3-948B-1728B52AA6E4}">
                <adec:decorative xmlns:adec="http://schemas.microsoft.com/office/drawing/2017/decorative" val="1"/>
              </a:ext>
            </a:extLst>
          </p:cNvPr>
          <p:cNvSpPr/>
          <p:nvPr/>
        </p:nvSpPr>
        <p:spPr>
          <a:xfrm>
            <a:off x="271734" y="1120492"/>
            <a:ext cx="582211" cy="307777"/>
          </a:xfrm>
          <a:prstGeom prst="rect">
            <a:avLst/>
          </a:prstGeom>
          <a:ln>
            <a:solidFill>
              <a:schemeClr val="tx1"/>
            </a:solidFill>
          </a:ln>
        </p:spPr>
        <p:txBody>
          <a:bodyPr wrap="none">
            <a:spAutoFit/>
          </a:bodyPr>
          <a:lstStyle/>
          <a:p>
            <a:pPr marL="342900" lvl="0" indent="-342900">
              <a:buSzPts val="2800"/>
            </a:pPr>
            <a:r>
              <a:rPr lang="en-US" dirty="0"/>
              <a:t>undo</a:t>
            </a:r>
          </a:p>
        </p:txBody>
      </p:sp>
      <p:cxnSp>
        <p:nvCxnSpPr>
          <p:cNvPr id="4" name="Straight Arrow Connector 3" descr="Informative graphic on The Alice Interface showing: undo; P.332&#10;Fig. A-1-3; The Alice Interface." title="The Alice Interface Graphic">
            <a:extLst>
              <a:ext uri="{FF2B5EF4-FFF2-40B4-BE49-F238E27FC236}">
                <a16:creationId xmlns:a16="http://schemas.microsoft.com/office/drawing/2014/main" id="{A0B5F8ED-2ECC-4C38-8340-AB490BFB0379}"/>
              </a:ext>
              <a:ext uri="{C183D7F6-B498-43B3-948B-1728B52AA6E4}">
                <adec:decorative xmlns:adec="http://schemas.microsoft.com/office/drawing/2017/decorative" val="0"/>
              </a:ext>
            </a:extLst>
          </p:cNvPr>
          <p:cNvCxnSpPr>
            <a:cxnSpLocks/>
            <a:stCxn id="2" idx="2"/>
          </p:cNvCxnSpPr>
          <p:nvPr/>
        </p:nvCxnSpPr>
        <p:spPr>
          <a:xfrm>
            <a:off x="562840" y="1428269"/>
            <a:ext cx="1329022" cy="47410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Google Shape;73;p15">
            <a:extLst>
              <a:ext uri="{FF2B5EF4-FFF2-40B4-BE49-F238E27FC236}">
                <a16:creationId xmlns:a16="http://schemas.microsoft.com/office/drawing/2014/main" id="{9D861B45-5713-45C7-BD79-84C18FA136AF}"/>
              </a:ext>
            </a:extLst>
          </p:cNvPr>
          <p:cNvSpPr/>
          <p:nvPr/>
        </p:nvSpPr>
        <p:spPr>
          <a:xfrm>
            <a:off x="7374700" y="0"/>
            <a:ext cx="1617000" cy="838200"/>
          </a:xfrm>
          <a:prstGeom prst="ellipse">
            <a:avLst/>
          </a:prstGeom>
          <a:solidFill>
            <a:schemeClr val="accen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Font typeface="Arial"/>
              <a:buNone/>
            </a:pPr>
            <a:r>
              <a:rPr lang="en-US" sz="1800" dirty="0">
                <a:solidFill>
                  <a:schemeClr val="dk1"/>
                </a:solidFill>
              </a:rPr>
              <a:t>P.332</a:t>
            </a:r>
          </a:p>
          <a:p>
            <a:pPr algn="ctr">
              <a:buClr>
                <a:schemeClr val="dk1"/>
              </a:buClr>
            </a:pPr>
            <a:r>
              <a:rPr lang="en-US" sz="1400" dirty="0">
                <a:solidFill>
                  <a:schemeClr val="dk1"/>
                </a:solidFill>
              </a:rPr>
              <a:t>Fig. A-1-3</a:t>
            </a:r>
            <a:endParaRPr lang="en-US" dirty="0"/>
          </a:p>
        </p:txBody>
      </p:sp>
    </p:spTree>
    <p:extLst>
      <p:ext uri="{BB962C8B-B14F-4D97-AF65-F5344CB8AC3E}">
        <p14:creationId xmlns:p14="http://schemas.microsoft.com/office/powerpoint/2010/main" val="4999885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5" name="Title 4">
            <a:extLst>
              <a:ext uri="{FF2B5EF4-FFF2-40B4-BE49-F238E27FC236}">
                <a16:creationId xmlns:a16="http://schemas.microsoft.com/office/drawing/2014/main" id="{153C83FE-7FC5-CC74-0462-67170E35F182}"/>
              </a:ext>
            </a:extLst>
          </p:cNvPr>
          <p:cNvSpPr>
            <a:spLocks noGrp="1"/>
          </p:cNvSpPr>
          <p:nvPr>
            <p:ph type="title"/>
          </p:nvPr>
        </p:nvSpPr>
        <p:spPr>
          <a:xfrm>
            <a:off x="2438400" y="196850"/>
            <a:ext cx="4419600" cy="641350"/>
          </a:xfrm>
        </p:spPr>
        <p:txBody>
          <a:bodyPr/>
          <a:lstStyle/>
          <a:p>
            <a:r>
              <a:rPr lang="en-US" sz="3600" b="1" dirty="0">
                <a:solidFill>
                  <a:srgbClr val="000000"/>
                </a:solidFill>
                <a:latin typeface="Arial" panose="020B0604020202020204" pitchFamily="34" charset="0"/>
              </a:rPr>
              <a:t>World 2</a:t>
            </a:r>
          </a:p>
        </p:txBody>
      </p:sp>
      <p:sp>
        <p:nvSpPr>
          <p:cNvPr id="79" name="Google Shape;79;p16"/>
          <p:cNvSpPr txBox="1">
            <a:spLocks noGrp="1"/>
          </p:cNvSpPr>
          <p:nvPr>
            <p:ph type="body" idx="1"/>
          </p:nvPr>
        </p:nvSpPr>
        <p:spPr>
          <a:xfrm>
            <a:off x="119062" y="1085850"/>
            <a:ext cx="9058275" cy="38862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800"/>
              <a:buFont typeface="Arial"/>
              <a:buChar char="•"/>
            </a:pPr>
            <a:r>
              <a:rPr lang="en-US" sz="2800" dirty="0"/>
              <a:t>Learning Objectives:</a:t>
            </a:r>
            <a:endParaRPr lang="en-US" dirty="0"/>
          </a:p>
          <a:p>
            <a:pPr marL="342900" marR="0" lvl="0" indent="-342900" algn="l" rtl="0">
              <a:lnSpc>
                <a:spcPct val="100000"/>
              </a:lnSpc>
              <a:spcBef>
                <a:spcPts val="560"/>
              </a:spcBef>
              <a:spcAft>
                <a:spcPts val="0"/>
              </a:spcAft>
              <a:buClr>
                <a:schemeClr val="dk1"/>
              </a:buClr>
              <a:buFont typeface="Arial"/>
              <a:buNone/>
            </a:pPr>
            <a:r>
              <a:rPr lang="en-US" sz="2800" b="1" i="0" u="none" strike="noStrike" cap="none" dirty="0">
                <a:solidFill>
                  <a:schemeClr val="dk1"/>
                </a:solidFill>
                <a:sym typeface="Arial"/>
              </a:rPr>
              <a:t>	</a:t>
            </a:r>
            <a:r>
              <a:rPr lang="en-US" sz="2800" b="0" i="0" u="none" strike="noStrike" cap="none" dirty="0">
                <a:solidFill>
                  <a:schemeClr val="tx2">
                    <a:lumMod val="60000"/>
                    <a:lumOff val="40000"/>
                  </a:schemeClr>
                </a:solidFill>
                <a:sym typeface="Arial"/>
              </a:rPr>
              <a:t>- How to start Alice</a:t>
            </a:r>
            <a:endParaRPr lang="en-US" sz="2800" dirty="0">
              <a:solidFill>
                <a:schemeClr val="tx2">
                  <a:lumMod val="60000"/>
                  <a:lumOff val="40000"/>
                </a:schemeClr>
              </a:solidFill>
            </a:endParaRPr>
          </a:p>
          <a:p>
            <a:pPr marL="342900" marR="0" lvl="0" indent="-342900" algn="l" rtl="0">
              <a:lnSpc>
                <a:spcPct val="100000"/>
              </a:lnSpc>
              <a:spcBef>
                <a:spcPts val="560"/>
              </a:spcBef>
              <a:spcAft>
                <a:spcPts val="0"/>
              </a:spcAft>
              <a:buClr>
                <a:schemeClr val="dk1"/>
              </a:buClr>
              <a:buFont typeface="Arial"/>
              <a:buNone/>
            </a:pPr>
            <a:r>
              <a:rPr lang="en-US" sz="2800" b="0" i="0" u="none" strike="noStrike" cap="none" dirty="0">
                <a:solidFill>
                  <a:schemeClr val="tx2">
                    <a:lumMod val="60000"/>
                    <a:lumOff val="40000"/>
                  </a:schemeClr>
                </a:solidFill>
                <a:sym typeface="Arial"/>
              </a:rPr>
              <a:t>	- How to open a saved world </a:t>
            </a:r>
          </a:p>
          <a:p>
            <a:pPr marL="342900" marR="0" lvl="0" indent="-342900" algn="l" rtl="0">
              <a:lnSpc>
                <a:spcPct val="100000"/>
              </a:lnSpc>
              <a:spcBef>
                <a:spcPts val="560"/>
              </a:spcBef>
              <a:spcAft>
                <a:spcPts val="0"/>
              </a:spcAft>
              <a:buClr>
                <a:schemeClr val="dk1"/>
              </a:buClr>
              <a:buFont typeface="Arial"/>
              <a:buNone/>
            </a:pPr>
            <a:r>
              <a:rPr lang="en-US" sz="2800" b="0" i="0" u="none" strike="noStrike" cap="none" dirty="0">
                <a:solidFill>
                  <a:schemeClr val="tx2">
                    <a:lumMod val="60000"/>
                    <a:lumOff val="40000"/>
                  </a:schemeClr>
                </a:solidFill>
                <a:sym typeface="Arial"/>
              </a:rPr>
              <a:t>	- How to play a world</a:t>
            </a:r>
            <a:endParaRPr lang="en-US" sz="2800" dirty="0">
              <a:solidFill>
                <a:schemeClr val="tx2">
                  <a:lumMod val="60000"/>
                  <a:lumOff val="40000"/>
                </a:schemeClr>
              </a:solidFill>
            </a:endParaRPr>
          </a:p>
          <a:p>
            <a:pPr marL="342900" marR="0" lvl="0" indent="-342900" algn="l" rtl="0">
              <a:lnSpc>
                <a:spcPct val="100000"/>
              </a:lnSpc>
              <a:spcBef>
                <a:spcPts val="560"/>
              </a:spcBef>
              <a:spcAft>
                <a:spcPts val="0"/>
              </a:spcAft>
              <a:buClr>
                <a:schemeClr val="dk1"/>
              </a:buClr>
              <a:buFont typeface="Arial"/>
              <a:buNone/>
            </a:pPr>
            <a:r>
              <a:rPr lang="en-US" sz="2800" b="0" i="0" u="none" strike="noStrike" cap="none" dirty="0">
                <a:solidFill>
                  <a:schemeClr val="tx2">
                    <a:lumMod val="60000"/>
                    <a:lumOff val="40000"/>
                  </a:schemeClr>
                </a:solidFill>
                <a:sym typeface="Arial"/>
              </a:rPr>
              <a:t>	- How to stop a world </a:t>
            </a:r>
            <a:endParaRPr lang="en-US" sz="2800" dirty="0">
              <a:solidFill>
                <a:schemeClr val="tx2">
                  <a:lumMod val="60000"/>
                  <a:lumOff val="40000"/>
                </a:schemeClr>
              </a:solidFill>
            </a:endParaRPr>
          </a:p>
          <a:p>
            <a:pPr marL="342900" marR="0" lvl="0" indent="-342900" algn="l" rtl="0">
              <a:lnSpc>
                <a:spcPct val="100000"/>
              </a:lnSpc>
              <a:spcBef>
                <a:spcPts val="560"/>
              </a:spcBef>
              <a:spcAft>
                <a:spcPts val="0"/>
              </a:spcAft>
              <a:buClr>
                <a:schemeClr val="dk1"/>
              </a:buClr>
              <a:buFont typeface="Arial"/>
              <a:buNone/>
            </a:pPr>
            <a:r>
              <a:rPr lang="en-US" sz="2800" b="0" i="0" u="none" strike="noStrike" cap="none" dirty="0">
                <a:solidFill>
                  <a:schemeClr val="tx2">
                    <a:lumMod val="60000"/>
                    <a:lumOff val="40000"/>
                  </a:schemeClr>
                </a:solidFill>
                <a:sym typeface="Arial"/>
              </a:rPr>
              <a:t>	- How to restart a world</a:t>
            </a:r>
            <a:endParaRPr lang="en-US" sz="2800" dirty="0">
              <a:solidFill>
                <a:schemeClr val="tx2">
                  <a:lumMod val="60000"/>
                  <a:lumOff val="40000"/>
                </a:schemeClr>
              </a:solidFill>
            </a:endParaRPr>
          </a:p>
          <a:p>
            <a:pPr marL="342900" marR="0" lvl="0" indent="-342900" algn="l" rtl="0">
              <a:lnSpc>
                <a:spcPct val="100000"/>
              </a:lnSpc>
              <a:spcBef>
                <a:spcPts val="560"/>
              </a:spcBef>
              <a:spcAft>
                <a:spcPts val="0"/>
              </a:spcAft>
              <a:buClr>
                <a:schemeClr val="dk1"/>
              </a:buClr>
              <a:buFont typeface="Arial"/>
              <a:buNone/>
            </a:pPr>
            <a:r>
              <a:rPr lang="en-US" sz="2800" b="0" i="0" u="none" strike="noStrike" cap="none" dirty="0">
                <a:solidFill>
                  <a:schemeClr val="dk1"/>
                </a:solidFill>
                <a:sym typeface="Arial"/>
              </a:rPr>
              <a:t> 	- </a:t>
            </a:r>
            <a:r>
              <a:rPr lang="en-US" sz="2800" b="0" i="0" u="none" strike="noStrike" cap="none" dirty="0" err="1">
                <a:solidFill>
                  <a:schemeClr val="dk1"/>
                </a:solidFill>
                <a:sym typeface="Arial"/>
              </a:rPr>
              <a:t>AppendixA_DancingBee</a:t>
            </a:r>
            <a:r>
              <a:rPr lang="en-US" sz="2800" b="0" i="0" u="none" strike="noStrike" cap="none" dirty="0">
                <a:solidFill>
                  <a:schemeClr val="dk1"/>
                </a:solidFill>
                <a:sym typeface="Arial"/>
              </a:rPr>
              <a:t> </a:t>
            </a:r>
            <a:r>
              <a:rPr lang="en-US" sz="2800" dirty="0">
                <a:solidFill>
                  <a:srgbClr val="A00000"/>
                </a:solidFill>
              </a:rPr>
              <a:t>(Figure A-1-8: </a:t>
            </a:r>
            <a:r>
              <a:rPr lang="en-US" sz="2800" dirty="0">
                <a:solidFill>
                  <a:schemeClr val="tx1"/>
                </a:solidFill>
              </a:rPr>
              <a:t>“</a:t>
            </a:r>
            <a:r>
              <a:rPr lang="en-US" sz="2800" b="1" dirty="0">
                <a:solidFill>
                  <a:schemeClr val="tx1"/>
                </a:solidFill>
                <a:highlight>
                  <a:srgbClr val="00FF00"/>
                </a:highlight>
              </a:rPr>
              <a:t>World 2</a:t>
            </a:r>
            <a:r>
              <a:rPr lang="en-US" sz="2800" dirty="0">
                <a:solidFill>
                  <a:schemeClr val="tx1"/>
                </a:solidFill>
              </a:rPr>
              <a:t>”</a:t>
            </a:r>
            <a:r>
              <a:rPr lang="en-US" sz="2800" dirty="0">
                <a:solidFill>
                  <a:srgbClr val="A00000"/>
                </a:solidFill>
              </a:rPr>
              <a:t>)</a:t>
            </a:r>
          </a:p>
          <a:p>
            <a:pPr marL="342900" marR="0" lvl="0" indent="-342900" algn="l" rtl="0">
              <a:lnSpc>
                <a:spcPct val="100000"/>
              </a:lnSpc>
              <a:spcBef>
                <a:spcPts val="560"/>
              </a:spcBef>
              <a:spcAft>
                <a:spcPts val="0"/>
              </a:spcAft>
              <a:buClr>
                <a:schemeClr val="dk1"/>
              </a:buClr>
              <a:buFont typeface="Arial"/>
              <a:buNone/>
            </a:pPr>
            <a:r>
              <a:rPr lang="en-US" sz="2800" b="0" i="0" u="none" strike="noStrike" cap="none" dirty="0">
                <a:solidFill>
                  <a:schemeClr val="dk1"/>
                </a:solidFill>
                <a:sym typeface="Arial"/>
              </a:rPr>
              <a:t>      Running </a:t>
            </a:r>
            <a:r>
              <a:rPr lang="en-US" sz="2800" b="0" i="0" u="none" strike="noStrike" cap="none" dirty="0">
                <a:solidFill>
                  <a:schemeClr val="dk1"/>
                </a:solidFill>
                <a:highlight>
                  <a:srgbClr val="FFFF00"/>
                </a:highlight>
                <a:sym typeface="Arial"/>
              </a:rPr>
              <a:t>interactive</a:t>
            </a:r>
            <a:r>
              <a:rPr lang="en-US" sz="2800" b="0" i="0" u="none" strike="noStrike" cap="none" dirty="0">
                <a:solidFill>
                  <a:schemeClr val="dk1"/>
                </a:solidFill>
                <a:sym typeface="Arial"/>
              </a:rPr>
              <a:t> </a:t>
            </a:r>
            <a:r>
              <a:rPr lang="en-US" sz="2800" b="0" i="0" u="none" strike="noStrike" cap="none" dirty="0">
                <a:solidFill>
                  <a:srgbClr val="A00000"/>
                </a:solidFill>
                <a:sym typeface="Arial"/>
              </a:rPr>
              <a:t>worlds</a:t>
            </a:r>
            <a:r>
              <a:rPr lang="en-US" sz="2800" b="0" i="0" u="none" strike="noStrike" cap="none" dirty="0">
                <a:solidFill>
                  <a:schemeClr val="tx1"/>
                </a:solidFill>
                <a:sym typeface="Arial"/>
              </a:rPr>
              <a:t> </a:t>
            </a:r>
            <a:r>
              <a:rPr lang="en-US" sz="2800" dirty="0">
                <a:solidFill>
                  <a:schemeClr val="tx1"/>
                </a:solidFill>
              </a:rPr>
              <a:t>w/</a:t>
            </a:r>
            <a:r>
              <a:rPr lang="en-US" sz="2800" b="0" i="0" u="none" strike="noStrike" cap="none" dirty="0">
                <a:solidFill>
                  <a:schemeClr val="tx1"/>
                </a:solidFill>
                <a:sym typeface="Arial"/>
              </a:rPr>
              <a:t> </a:t>
            </a:r>
            <a:r>
              <a:rPr lang="en-US" sz="2800" b="0" i="0" u="none" strike="noStrike" cap="none" dirty="0">
                <a:solidFill>
                  <a:srgbClr val="A00000"/>
                </a:solidFill>
                <a:sym typeface="Arial"/>
              </a:rPr>
              <a:t>events</a:t>
            </a:r>
            <a:r>
              <a:rPr lang="en-US" sz="2800" b="0" i="0" u="none" strike="noStrike" cap="none" dirty="0">
                <a:solidFill>
                  <a:schemeClr val="tx1"/>
                </a:solidFill>
                <a:sym typeface="Arial"/>
              </a:rPr>
              <a:t> </a:t>
            </a:r>
            <a:r>
              <a:rPr lang="en-US" sz="2800" b="0" i="0" u="none" strike="noStrike" cap="none" dirty="0">
                <a:solidFill>
                  <a:schemeClr val="dk1"/>
                </a:solidFill>
                <a:sym typeface="Arial"/>
              </a:rPr>
              <a:t>and responses</a:t>
            </a:r>
          </a:p>
          <a:p>
            <a:pPr marL="1257300" lvl="2" indent="-342900"/>
            <a:r>
              <a:rPr lang="en-US" sz="2000" b="0" i="0" u="none" strike="noStrike" cap="none" dirty="0">
                <a:solidFill>
                  <a:schemeClr val="tx1"/>
                </a:solidFill>
                <a:sym typeface="Arial"/>
              </a:rPr>
              <a:t>A program </a:t>
            </a:r>
            <a:r>
              <a:rPr lang="en-US" sz="2000" dirty="0">
                <a:solidFill>
                  <a:schemeClr val="tx1"/>
                </a:solidFill>
              </a:rPr>
              <a:t>can be</a:t>
            </a:r>
            <a:r>
              <a:rPr lang="en-US" sz="2000" b="0" i="0" u="none" strike="noStrike" cap="none" dirty="0">
                <a:solidFill>
                  <a:schemeClr val="tx1"/>
                </a:solidFill>
                <a:sym typeface="Arial"/>
              </a:rPr>
              <a:t> written to be event-driven</a:t>
            </a:r>
          </a:p>
          <a:p>
            <a:pPr marL="1257300" lvl="2" indent="-342900"/>
            <a:r>
              <a:rPr lang="en-US" sz="2000" dirty="0">
                <a:solidFill>
                  <a:schemeClr val="tx1"/>
                </a:solidFill>
              </a:rPr>
              <a:t>In Alice2, an event can be triggered by user’s mouse click or keyboard entry   </a:t>
            </a:r>
            <a:r>
              <a:rPr lang="en-US" sz="2000" dirty="0">
                <a:solidFill>
                  <a:srgbClr val="A00000"/>
                </a:solidFill>
                <a:sym typeface="Wingdings" panose="05000000000000000000" pitchFamily="2" charset="2"/>
              </a:rPr>
              <a:t> We will learn this much later</a:t>
            </a:r>
            <a:endParaRPr lang="en-US" dirty="0">
              <a:solidFill>
                <a:srgbClr val="A00000"/>
              </a:solidFill>
            </a:endParaRPr>
          </a:p>
        </p:txBody>
      </p:sp>
      <p:sp>
        <p:nvSpPr>
          <p:cNvPr id="4" name="Google Shape;73;p15">
            <a:extLst>
              <a:ext uri="{FF2B5EF4-FFF2-40B4-BE49-F238E27FC236}">
                <a16:creationId xmlns:a16="http://schemas.microsoft.com/office/drawing/2014/main" id="{23921686-B006-48AC-AC94-E9DDAF3C035B}"/>
              </a:ext>
              <a:ext uri="{C183D7F6-B498-43B3-948B-1728B52AA6E4}">
                <adec:decorative xmlns:adec="http://schemas.microsoft.com/office/drawing/2017/decorative" val="1"/>
              </a:ext>
            </a:extLst>
          </p:cNvPr>
          <p:cNvSpPr/>
          <p:nvPr/>
        </p:nvSpPr>
        <p:spPr>
          <a:xfrm>
            <a:off x="7374700" y="0"/>
            <a:ext cx="1617000" cy="838200"/>
          </a:xfrm>
          <a:prstGeom prst="ellipse">
            <a:avLst/>
          </a:prstGeom>
          <a:solidFill>
            <a:schemeClr val="accen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Font typeface="Arial"/>
              <a:buNone/>
            </a:pPr>
            <a:r>
              <a:rPr lang="en-US" sz="1800" dirty="0">
                <a:solidFill>
                  <a:schemeClr val="dk1"/>
                </a:solidFill>
              </a:rPr>
              <a:t>P.334</a:t>
            </a:r>
            <a:endParaRPr lang="en-US" dirty="0"/>
          </a:p>
        </p:txBody>
      </p:sp>
      <p:sp>
        <p:nvSpPr>
          <p:cNvPr id="2" name="Right Brace 1" descr="Informative graphic on World 2 showing: Learning Objectives:&#10; - How to start Alice&#10; - How to open a saved world &#10; - How to play a world&#10; - How to stop a world &#10; - How to restart a world&#10;  - AppendixA_DancingBee (Figure A-1-8: “World 2”)&#10;      Running interactive worlds w/ events and responses&#10;A program can be written to be event-driven&#10;In Alice2, an event can be triggered by user’s mouse click or keyboard entry    We will learn this much later; P.334; World 1." title="World 2 Graphic">
            <a:extLst>
              <a:ext uri="{FF2B5EF4-FFF2-40B4-BE49-F238E27FC236}">
                <a16:creationId xmlns:a16="http://schemas.microsoft.com/office/drawing/2014/main" id="{93578494-CEBB-FC1D-AF6C-9F60F549ABC6}"/>
              </a:ext>
              <a:ext uri="{C183D7F6-B498-43B3-948B-1728B52AA6E4}">
                <adec:decorative xmlns:adec="http://schemas.microsoft.com/office/drawing/2017/decorative" val="0"/>
              </a:ext>
            </a:extLst>
          </p:cNvPr>
          <p:cNvSpPr/>
          <p:nvPr/>
        </p:nvSpPr>
        <p:spPr>
          <a:xfrm>
            <a:off x="5095876" y="1762125"/>
            <a:ext cx="502918" cy="2238375"/>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ysClr val="windowText" lastClr="000000"/>
              </a:solidFill>
            </a:endParaRPr>
          </a:p>
        </p:txBody>
      </p:sp>
      <p:sp>
        <p:nvSpPr>
          <p:cNvPr id="3" name="TextBox 2">
            <a:extLst>
              <a:ext uri="{FF2B5EF4-FFF2-40B4-BE49-F238E27FC236}">
                <a16:creationId xmlns:a16="http://schemas.microsoft.com/office/drawing/2014/main" id="{28726635-2AAB-ABDE-F278-B184DF01792D}"/>
              </a:ext>
            </a:extLst>
          </p:cNvPr>
          <p:cNvSpPr txBox="1"/>
          <p:nvPr/>
        </p:nvSpPr>
        <p:spPr>
          <a:xfrm>
            <a:off x="5800725" y="2721173"/>
            <a:ext cx="801823" cy="307777"/>
          </a:xfrm>
          <a:prstGeom prst="rect">
            <a:avLst/>
          </a:prstGeom>
          <a:noFill/>
          <a:ln>
            <a:solidFill>
              <a:schemeClr val="tx1"/>
            </a:solidFill>
          </a:ln>
        </p:spPr>
        <p:txBody>
          <a:bodyPr wrap="none" rtlCol="0">
            <a:spAutoFit/>
          </a:bodyPr>
          <a:lstStyle/>
          <a:p>
            <a:r>
              <a:rPr lang="en-US" dirty="0"/>
              <a:t>World 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9">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9">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2" name="Title 1">
            <a:extLst>
              <a:ext uri="{FF2B5EF4-FFF2-40B4-BE49-F238E27FC236}">
                <a16:creationId xmlns:a16="http://schemas.microsoft.com/office/drawing/2014/main" id="{7D6A9ADD-8BB2-AA63-80E0-BFA760E8C755}"/>
              </a:ext>
            </a:extLst>
          </p:cNvPr>
          <p:cNvSpPr>
            <a:spLocks noGrp="1"/>
          </p:cNvSpPr>
          <p:nvPr>
            <p:ph type="title"/>
          </p:nvPr>
        </p:nvSpPr>
        <p:spPr>
          <a:xfrm>
            <a:off x="693092" y="98425"/>
            <a:ext cx="6853688" cy="641350"/>
          </a:xfrm>
        </p:spPr>
        <p:txBody>
          <a:bodyPr/>
          <a:lstStyle/>
          <a:p>
            <a:r>
              <a:rPr lang="en-US" sz="3600" b="1" dirty="0">
                <a:solidFill>
                  <a:srgbClr val="000000"/>
                </a:solidFill>
                <a:latin typeface="Arial" panose="020B0604020202020204" pitchFamily="34" charset="0"/>
              </a:rPr>
              <a:t>World 3: Create a New World</a:t>
            </a:r>
          </a:p>
        </p:txBody>
      </p:sp>
      <p:sp>
        <p:nvSpPr>
          <p:cNvPr id="86" name="Google Shape;86;p17"/>
          <p:cNvSpPr txBox="1">
            <a:spLocks noGrp="1"/>
          </p:cNvSpPr>
          <p:nvPr>
            <p:ph type="body" idx="1"/>
          </p:nvPr>
        </p:nvSpPr>
        <p:spPr>
          <a:xfrm>
            <a:off x="228599" y="990600"/>
            <a:ext cx="3891337" cy="4506074"/>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800"/>
              <a:buFont typeface="Arial"/>
              <a:buChar char="•"/>
            </a:pPr>
            <a:r>
              <a:rPr lang="en-US" sz="2800" b="1" i="0" u="none" strike="noStrike" cap="none" dirty="0">
                <a:solidFill>
                  <a:schemeClr val="dk1"/>
                </a:solidFill>
                <a:latin typeface="Arial"/>
                <a:ea typeface="Arial"/>
                <a:cs typeface="Arial"/>
                <a:sym typeface="Arial"/>
              </a:rPr>
              <a:t>Create a new </a:t>
            </a:r>
            <a:r>
              <a:rPr lang="en-US" sz="2800" b="1" i="0" u="none" strike="noStrike" cap="none" dirty="0">
                <a:solidFill>
                  <a:srgbClr val="A00000"/>
                </a:solidFill>
                <a:sym typeface="Arial"/>
              </a:rPr>
              <a:t>world</a:t>
            </a:r>
            <a:endParaRPr lang="en-US" dirty="0">
              <a:solidFill>
                <a:srgbClr val="A00000"/>
              </a:solidFill>
            </a:endParaRPr>
          </a:p>
          <a:p>
            <a:pPr marL="742950" marR="0" lvl="1" indent="-285750" algn="l" rtl="0">
              <a:lnSpc>
                <a:spcPct val="100000"/>
              </a:lnSpc>
              <a:spcBef>
                <a:spcPts val="480"/>
              </a:spcBef>
              <a:spcAft>
                <a:spcPts val="0"/>
              </a:spcAft>
              <a:buClr>
                <a:schemeClr val="dk1"/>
              </a:buClr>
              <a:buSzPts val="2400"/>
              <a:buFont typeface="Arial"/>
              <a:buChar char="–"/>
            </a:pPr>
            <a:r>
              <a:rPr lang="en-US" sz="2400" b="0" i="0" u="none" strike="noStrike" cap="none" dirty="0">
                <a:solidFill>
                  <a:schemeClr val="dk1"/>
                </a:solidFill>
                <a:latin typeface="Arial"/>
                <a:ea typeface="Arial"/>
                <a:cs typeface="Arial"/>
                <a:sym typeface="Arial"/>
              </a:rPr>
              <a:t>File → </a:t>
            </a:r>
            <a:r>
              <a:rPr lang="en-US" sz="2400" b="0" i="0" u="sng" strike="noStrike" cap="none" dirty="0">
                <a:solidFill>
                  <a:schemeClr val="dk1"/>
                </a:solidFill>
                <a:latin typeface="Arial"/>
                <a:ea typeface="Arial"/>
                <a:cs typeface="Arial"/>
                <a:sym typeface="Arial"/>
              </a:rPr>
              <a:t>N</a:t>
            </a:r>
            <a:r>
              <a:rPr lang="en-US" sz="2400" b="0" i="0" u="none" strike="noStrike" cap="none" dirty="0">
                <a:solidFill>
                  <a:schemeClr val="dk1"/>
                </a:solidFill>
                <a:latin typeface="Arial"/>
                <a:ea typeface="Arial"/>
                <a:cs typeface="Arial"/>
                <a:sym typeface="Arial"/>
              </a:rPr>
              <a:t>ew World</a:t>
            </a:r>
            <a:endParaRPr lang="en-US" dirty="0"/>
          </a:p>
          <a:p>
            <a:pPr marL="742950" marR="0" lvl="1" indent="-285750" algn="l" rtl="0">
              <a:lnSpc>
                <a:spcPct val="100000"/>
              </a:lnSpc>
              <a:spcBef>
                <a:spcPts val="480"/>
              </a:spcBef>
              <a:spcAft>
                <a:spcPts val="0"/>
              </a:spcAft>
              <a:buClr>
                <a:schemeClr val="dk1"/>
              </a:buClr>
              <a:buSzPts val="2400"/>
              <a:buFont typeface="Arial"/>
              <a:buChar char="–"/>
            </a:pPr>
            <a:r>
              <a:rPr lang="en-US" sz="2400" b="0" i="0" u="none" strike="noStrike" cap="none" dirty="0">
                <a:solidFill>
                  <a:schemeClr val="dk1"/>
                </a:solidFill>
                <a:latin typeface="Arial"/>
                <a:ea typeface="Arial"/>
                <a:cs typeface="Arial"/>
                <a:sym typeface="Arial"/>
              </a:rPr>
              <a:t>Choose </a:t>
            </a:r>
            <a:r>
              <a:rPr lang="en-US" sz="2400" dirty="0">
                <a:solidFill>
                  <a:schemeClr val="tx1"/>
                </a:solidFill>
              </a:rPr>
              <a:t>a </a:t>
            </a:r>
            <a:r>
              <a:rPr lang="en-US" sz="2400" dirty="0">
                <a:solidFill>
                  <a:srgbClr val="A00000"/>
                </a:solidFill>
              </a:rPr>
              <a:t>T</a:t>
            </a:r>
            <a:r>
              <a:rPr lang="en-US" sz="2400" b="0" i="0" u="none" strike="noStrike" cap="none" dirty="0">
                <a:solidFill>
                  <a:srgbClr val="A00000"/>
                </a:solidFill>
                <a:latin typeface="Arial"/>
                <a:ea typeface="Arial"/>
                <a:cs typeface="Arial"/>
                <a:sym typeface="Arial"/>
              </a:rPr>
              <a:t>emplate </a:t>
            </a:r>
            <a:r>
              <a:rPr lang="en-US" sz="2400" b="0" i="0" u="none" strike="noStrike" cap="none" dirty="0">
                <a:solidFill>
                  <a:schemeClr val="tx1"/>
                </a:solidFill>
                <a:latin typeface="Arial"/>
                <a:ea typeface="Arial"/>
                <a:cs typeface="Arial"/>
                <a:sym typeface="Arial"/>
              </a:rPr>
              <a:t>for your world’s scene</a:t>
            </a:r>
          </a:p>
          <a:p>
            <a:pPr marL="742950" marR="0" lvl="1" indent="-285750" algn="l" rtl="0">
              <a:lnSpc>
                <a:spcPct val="100000"/>
              </a:lnSpc>
              <a:spcBef>
                <a:spcPts val="480"/>
              </a:spcBef>
              <a:spcAft>
                <a:spcPts val="0"/>
              </a:spcAft>
              <a:buClr>
                <a:schemeClr val="dk1"/>
              </a:buClr>
              <a:buSzPts val="2400"/>
              <a:buFont typeface="Arial"/>
              <a:buChar char="–"/>
            </a:pPr>
            <a:r>
              <a:rPr lang="en-US" sz="2400" dirty="0">
                <a:solidFill>
                  <a:srgbClr val="A00000"/>
                </a:solidFill>
              </a:rPr>
              <a:t>Default</a:t>
            </a:r>
            <a:r>
              <a:rPr lang="en-US" sz="2400" dirty="0"/>
              <a:t> template is the grass</a:t>
            </a:r>
            <a:endParaRPr lang="en-US" dirty="0"/>
          </a:p>
        </p:txBody>
      </p:sp>
      <p:grpSp>
        <p:nvGrpSpPr>
          <p:cNvPr id="87" name="Google Shape;87;p17" descr="Grouped diagram illustrating World 3: Create a New World with multiple visual components." title="World 3: Create a New World Diagram">
            <a:extLst>
              <a:ext uri="{C183D7F6-B498-43B3-948B-1728B52AA6E4}">
                <adec:decorative xmlns:adec="http://schemas.microsoft.com/office/drawing/2017/decorative" val="0"/>
              </a:ext>
            </a:extLst>
          </p:cNvPr>
          <p:cNvGrpSpPr/>
          <p:nvPr/>
        </p:nvGrpSpPr>
        <p:grpSpPr>
          <a:xfrm>
            <a:off x="3962400" y="1524000"/>
            <a:ext cx="4724400" cy="4724400"/>
            <a:chOff x="533400" y="1600200"/>
            <a:chExt cx="4038600" cy="4203700"/>
          </a:xfrm>
        </p:grpSpPr>
        <p:pic>
          <p:nvPicPr>
            <p:cNvPr id="88" name="Google Shape;88;p17" descr="Informative graphic on World 3: Create a New World showing: Create a new world&#10;File → New World&#10;Choose a Template for your world’s scene&#10;Default template is the grass; P.332&#10;P.335; World 3: Create a New World." title="World 3: Create a New World Graphic">
              <a:extLst>
                <a:ext uri="{C183D7F6-B498-43B3-948B-1728B52AA6E4}">
                  <adec:decorative xmlns:adec="http://schemas.microsoft.com/office/drawing/2017/decorative" val="0"/>
                </a:ext>
              </a:extLst>
            </p:cNvPr>
            <p:cNvPicPr preferRelativeResize="0"/>
            <p:nvPr/>
          </p:nvPicPr>
          <p:blipFill rotWithShape="1">
            <a:blip r:embed="rId3">
              <a:alphaModFix/>
            </a:blip>
            <a:srcRect/>
            <a:stretch/>
          </p:blipFill>
          <p:spPr>
            <a:xfrm>
              <a:off x="533400" y="1600200"/>
              <a:ext cx="4038600" cy="4203700"/>
            </a:xfrm>
            <a:prstGeom prst="rect">
              <a:avLst/>
            </a:prstGeom>
            <a:noFill/>
            <a:ln>
              <a:noFill/>
            </a:ln>
          </p:spPr>
        </p:pic>
        <p:sp>
          <p:nvSpPr>
            <p:cNvPr id="89" name="Google Shape;89;p17" descr="Informative graphic on World 3: Create a New World showing: Create a new world&#10;File → New World&#10;Choose a Template for your world’s scene&#10;Default template is the grass; P.332&#10;P.335; World 3: Create a New World." title="World 3: Create a New World Graphic">
              <a:extLst>
                <a:ext uri="{C183D7F6-B498-43B3-948B-1728B52AA6E4}">
                  <adec:decorative xmlns:adec="http://schemas.microsoft.com/office/drawing/2017/decorative" val="0"/>
                </a:ext>
              </a:extLst>
            </p:cNvPr>
            <p:cNvSpPr/>
            <p:nvPr/>
          </p:nvSpPr>
          <p:spPr>
            <a:xfrm>
              <a:off x="1676400" y="2209800"/>
              <a:ext cx="838200" cy="377825"/>
            </a:xfrm>
            <a:prstGeom prst="ellipse">
              <a:avLst/>
            </a:prstGeom>
            <a:noFill/>
            <a:ln w="38100" cap="flat" cmpd="sng">
              <a:solidFill>
                <a:srgbClr val="CC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1" i="0" u="none">
                <a:solidFill>
                  <a:schemeClr val="dk1"/>
                </a:solidFill>
                <a:latin typeface="Arial"/>
                <a:ea typeface="Arial"/>
                <a:cs typeface="Arial"/>
                <a:sym typeface="Arial"/>
              </a:endParaRPr>
            </a:p>
          </p:txBody>
        </p:sp>
        <p:sp>
          <p:nvSpPr>
            <p:cNvPr id="90" name="Google Shape;90;p17" descr="Informative graphic on World 3: Create a New World showing: Create a new world&#10;File → New World&#10;Choose a Template for your world’s scene&#10;Default template is the grass; P.332&#10;P.335; World 3: Create a New World." title="World 3: Create a New World Graphic">
              <a:extLst>
                <a:ext uri="{C183D7F6-B498-43B3-948B-1728B52AA6E4}">
                  <adec:decorative xmlns:adec="http://schemas.microsoft.com/office/drawing/2017/decorative" val="0"/>
                </a:ext>
              </a:extLst>
            </p:cNvPr>
            <p:cNvSpPr/>
            <p:nvPr/>
          </p:nvSpPr>
          <p:spPr>
            <a:xfrm>
              <a:off x="1600200" y="2667000"/>
              <a:ext cx="1600200" cy="1143000"/>
            </a:xfrm>
            <a:prstGeom prst="ellipse">
              <a:avLst/>
            </a:prstGeom>
            <a:noFill/>
            <a:ln w="38100" cap="flat" cmpd="sng">
              <a:solidFill>
                <a:srgbClr val="CC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1" i="0" u="none">
                <a:solidFill>
                  <a:schemeClr val="dk1"/>
                </a:solidFill>
                <a:latin typeface="Arial"/>
                <a:ea typeface="Arial"/>
                <a:cs typeface="Arial"/>
                <a:sym typeface="Arial"/>
              </a:endParaRPr>
            </a:p>
          </p:txBody>
        </p:sp>
      </p:grpSp>
      <p:sp>
        <p:nvSpPr>
          <p:cNvPr id="8" name="Google Shape;73;p15">
            <a:extLst>
              <a:ext uri="{FF2B5EF4-FFF2-40B4-BE49-F238E27FC236}">
                <a16:creationId xmlns:a16="http://schemas.microsoft.com/office/drawing/2014/main" id="{B8FF580B-7765-44C0-A043-FEA0B95C2488}"/>
              </a:ext>
            </a:extLst>
          </p:cNvPr>
          <p:cNvSpPr/>
          <p:nvPr/>
        </p:nvSpPr>
        <p:spPr>
          <a:xfrm>
            <a:off x="7374700" y="0"/>
            <a:ext cx="1617000" cy="838200"/>
          </a:xfrm>
          <a:prstGeom prst="ellipse">
            <a:avLst/>
          </a:prstGeom>
          <a:solidFill>
            <a:schemeClr val="accen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Font typeface="Arial"/>
              <a:buNone/>
            </a:pPr>
            <a:r>
              <a:rPr lang="en-US" sz="1800" dirty="0">
                <a:solidFill>
                  <a:schemeClr val="dk1"/>
                </a:solidFill>
              </a:rPr>
              <a:t>P.332</a:t>
            </a:r>
          </a:p>
          <a:p>
            <a:pPr marL="0" marR="0" lvl="0" indent="0" algn="ctr" rtl="0">
              <a:lnSpc>
                <a:spcPct val="100000"/>
              </a:lnSpc>
              <a:spcBef>
                <a:spcPts val="0"/>
              </a:spcBef>
              <a:spcAft>
                <a:spcPts val="0"/>
              </a:spcAft>
              <a:buClr>
                <a:schemeClr val="dk1"/>
              </a:buClr>
              <a:buFont typeface="Arial"/>
              <a:buNone/>
            </a:pPr>
            <a:r>
              <a:rPr lang="en-US" sz="1800" dirty="0">
                <a:solidFill>
                  <a:schemeClr val="dk1"/>
                </a:solidFill>
              </a:rPr>
              <a:t>P.335</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5" name="Title 4">
            <a:extLst>
              <a:ext uri="{FF2B5EF4-FFF2-40B4-BE49-F238E27FC236}">
                <a16:creationId xmlns:a16="http://schemas.microsoft.com/office/drawing/2014/main" id="{85DF2198-ABB5-FA37-74D9-56035D4B374D}"/>
              </a:ext>
            </a:extLst>
          </p:cNvPr>
          <p:cNvSpPr>
            <a:spLocks noGrp="1"/>
          </p:cNvSpPr>
          <p:nvPr>
            <p:ph type="title"/>
          </p:nvPr>
        </p:nvSpPr>
        <p:spPr>
          <a:xfrm>
            <a:off x="1676400" y="304800"/>
            <a:ext cx="5791200" cy="641350"/>
          </a:xfrm>
        </p:spPr>
        <p:txBody>
          <a:bodyPr/>
          <a:lstStyle/>
          <a:p>
            <a:r>
              <a:rPr lang="en-US" sz="3600" b="1" dirty="0">
                <a:solidFill>
                  <a:srgbClr val="000000"/>
                </a:solidFill>
                <a:latin typeface="Arial" panose="020B0604020202020204" pitchFamily="34" charset="0"/>
              </a:rPr>
              <a:t>Demo: Add Objects</a:t>
            </a:r>
          </a:p>
        </p:txBody>
      </p:sp>
      <p:pic>
        <p:nvPicPr>
          <p:cNvPr id="96" name="Google Shape;96;p18" descr="Informative graphic on Demo: Add Objects showing: Click ADD OBJECTS to add an object from Local Gallery, CD Gallery or Web Gallery.&#10;Do Search to find what you want; drag &amp; drop to the World.&#10;Scene Editor allows you to edit the object.&#10;Note: Class Bird1 only has one bird as an object. Put curser on its right and it will say it’s an object. Bugs folder has many objects (different bugs) that belong to the class, Bugs.; P.337; Demo: Add Objects." title="Demo: Add Objects Graphic">
            <a:extLst>
              <a:ext uri="{C183D7F6-B498-43B3-948B-1728B52AA6E4}">
                <adec:decorative xmlns:adec="http://schemas.microsoft.com/office/drawing/2017/decorative" val="0"/>
              </a:ext>
            </a:extLst>
          </p:cNvPr>
          <p:cNvPicPr preferRelativeResize="0"/>
          <p:nvPr/>
        </p:nvPicPr>
        <p:blipFill rotWithShape="1">
          <a:blip r:embed="rId3">
            <a:alphaModFix/>
          </a:blip>
          <a:srcRect/>
          <a:stretch/>
        </p:blipFill>
        <p:spPr>
          <a:xfrm>
            <a:off x="311867" y="914401"/>
            <a:ext cx="3388360" cy="2355850"/>
          </a:xfrm>
          <a:prstGeom prst="rect">
            <a:avLst/>
          </a:prstGeom>
          <a:noFill/>
          <a:ln>
            <a:noFill/>
          </a:ln>
        </p:spPr>
      </p:pic>
      <p:pic>
        <p:nvPicPr>
          <p:cNvPr id="97" name="Google Shape;97;p18" descr="Informative graphic on Demo: Add Objects showing: Click ADD OBJECTS to add an object from Local Gallery, CD Gallery or Web Gallery.&#10;Do Search to find what you want; drag &amp; drop to the World.&#10;Scene Editor allows you to edit the object.&#10;Note: Class Bird1 only has one bird as an object. Put curser on its right and it will say it’s an object. Bugs folder has many objects (different bugs) that belong to the class, Bugs.; P.337; Demo: Add Objects." title="Demo: Add Objects Graphic">
            <a:extLst>
              <a:ext uri="{C183D7F6-B498-43B3-948B-1728B52AA6E4}">
                <adec:decorative xmlns:adec="http://schemas.microsoft.com/office/drawing/2017/decorative" val="0"/>
              </a:ext>
            </a:extLst>
          </p:cNvPr>
          <p:cNvPicPr preferRelativeResize="0"/>
          <p:nvPr/>
        </p:nvPicPr>
        <p:blipFill rotWithShape="1">
          <a:blip r:embed="rId4">
            <a:alphaModFix/>
          </a:blip>
          <a:srcRect/>
          <a:stretch/>
        </p:blipFill>
        <p:spPr>
          <a:xfrm>
            <a:off x="4056970" y="1381344"/>
            <a:ext cx="4095750" cy="4648200"/>
          </a:xfrm>
          <a:prstGeom prst="rect">
            <a:avLst/>
          </a:prstGeom>
          <a:noFill/>
          <a:ln>
            <a:noFill/>
          </a:ln>
        </p:spPr>
      </p:pic>
      <p:sp>
        <p:nvSpPr>
          <p:cNvPr id="98" name="Google Shape;98;p18"/>
          <p:cNvSpPr txBox="1"/>
          <p:nvPr/>
        </p:nvSpPr>
        <p:spPr>
          <a:xfrm>
            <a:off x="-71163" y="3270251"/>
            <a:ext cx="4224063" cy="2243653"/>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Font typeface="Arial" panose="020B0604020202020204" pitchFamily="34" charset="0"/>
              <a:buChar char="•"/>
            </a:pPr>
            <a:r>
              <a:rPr lang="en-US" sz="2000" dirty="0">
                <a:solidFill>
                  <a:schemeClr val="tx1"/>
                </a:solidFill>
              </a:rPr>
              <a:t>Click </a:t>
            </a:r>
            <a:r>
              <a:rPr lang="en-US" sz="2000" dirty="0">
                <a:solidFill>
                  <a:srgbClr val="A00000"/>
                </a:solidFill>
              </a:rPr>
              <a:t>ADD OBJECTS</a:t>
            </a:r>
            <a:r>
              <a:rPr lang="en-US" sz="2000" b="0" i="0" u="none" dirty="0">
                <a:solidFill>
                  <a:srgbClr val="A00000"/>
                </a:solidFill>
                <a:sym typeface="Arial"/>
              </a:rPr>
              <a:t> </a:t>
            </a:r>
            <a:r>
              <a:rPr lang="en-US" sz="2000" b="0" i="0" u="none" dirty="0">
                <a:solidFill>
                  <a:schemeClr val="tx1"/>
                </a:solidFill>
                <a:sym typeface="Arial"/>
              </a:rPr>
              <a:t>to add an object </a:t>
            </a:r>
            <a:r>
              <a:rPr lang="en-US" sz="2000" b="0" i="0" u="none" dirty="0">
                <a:solidFill>
                  <a:schemeClr val="dk1"/>
                </a:solidFill>
                <a:sym typeface="Arial"/>
              </a:rPr>
              <a:t>from Local Gallery, CD Gallery or Web Gallery.</a:t>
            </a:r>
          </a:p>
          <a:p>
            <a:pPr marL="342900" marR="0" lvl="0" indent="-342900" algn="l" rtl="0">
              <a:lnSpc>
                <a:spcPct val="100000"/>
              </a:lnSpc>
              <a:spcBef>
                <a:spcPts val="0"/>
              </a:spcBef>
              <a:spcAft>
                <a:spcPts val="0"/>
              </a:spcAft>
              <a:buClr>
                <a:schemeClr val="dk1"/>
              </a:buClr>
              <a:buFont typeface="Arial" panose="020B0604020202020204" pitchFamily="34" charset="0"/>
              <a:buChar char="•"/>
            </a:pPr>
            <a:r>
              <a:rPr lang="en-US" sz="2000" dirty="0">
                <a:solidFill>
                  <a:schemeClr val="dk1"/>
                </a:solidFill>
              </a:rPr>
              <a:t>Do </a:t>
            </a:r>
            <a:r>
              <a:rPr lang="en-US" sz="2000" dirty="0">
                <a:solidFill>
                  <a:srgbClr val="A00000"/>
                </a:solidFill>
              </a:rPr>
              <a:t>Search</a:t>
            </a:r>
            <a:r>
              <a:rPr lang="en-US" sz="2000" dirty="0">
                <a:solidFill>
                  <a:schemeClr val="dk1"/>
                </a:solidFill>
              </a:rPr>
              <a:t> to find what you want; drag &amp; drop to the World.</a:t>
            </a:r>
          </a:p>
          <a:p>
            <a:pPr marL="342900" marR="0" lvl="0" indent="-342900" algn="l" rtl="0">
              <a:lnSpc>
                <a:spcPct val="100000"/>
              </a:lnSpc>
              <a:spcBef>
                <a:spcPts val="0"/>
              </a:spcBef>
              <a:spcAft>
                <a:spcPts val="0"/>
              </a:spcAft>
              <a:buClr>
                <a:schemeClr val="dk1"/>
              </a:buClr>
              <a:buFont typeface="Arial" panose="020B0604020202020204" pitchFamily="34" charset="0"/>
              <a:buChar char="•"/>
            </a:pPr>
            <a:r>
              <a:rPr lang="en-US" sz="2000" dirty="0">
                <a:solidFill>
                  <a:srgbClr val="A00000"/>
                </a:solidFill>
              </a:rPr>
              <a:t>Scene Editor </a:t>
            </a:r>
            <a:r>
              <a:rPr lang="en-US" sz="2000" dirty="0">
                <a:solidFill>
                  <a:schemeClr val="dk1"/>
                </a:solidFill>
              </a:rPr>
              <a:t>allows you to </a:t>
            </a:r>
            <a:r>
              <a:rPr lang="en-US" sz="2000" dirty="0">
                <a:solidFill>
                  <a:schemeClr val="tx1"/>
                </a:solidFill>
              </a:rPr>
              <a:t>edit</a:t>
            </a:r>
            <a:r>
              <a:rPr lang="en-US" sz="2000" dirty="0">
                <a:solidFill>
                  <a:schemeClr val="dk1"/>
                </a:solidFill>
              </a:rPr>
              <a:t> the object.</a:t>
            </a:r>
          </a:p>
          <a:p>
            <a:pPr marL="342900" marR="0" lvl="0" indent="-342900" algn="l" rtl="0">
              <a:lnSpc>
                <a:spcPct val="100000"/>
              </a:lnSpc>
              <a:spcBef>
                <a:spcPts val="0"/>
              </a:spcBef>
              <a:spcAft>
                <a:spcPts val="0"/>
              </a:spcAft>
              <a:buClr>
                <a:schemeClr val="dk1"/>
              </a:buClr>
              <a:buFont typeface="Arial" panose="020B0604020202020204" pitchFamily="34" charset="0"/>
              <a:buChar char="•"/>
            </a:pPr>
            <a:r>
              <a:rPr lang="en-US" b="1" i="1" u="sng" dirty="0">
                <a:solidFill>
                  <a:schemeClr val="dk1"/>
                </a:solidFill>
              </a:rPr>
              <a:t>Note: </a:t>
            </a:r>
            <a:r>
              <a:rPr lang="en-US" i="1" dirty="0">
                <a:solidFill>
                  <a:schemeClr val="dk1"/>
                </a:solidFill>
              </a:rPr>
              <a:t>Class Bird1 only has one bird as an object. Put curser on its right and it will say it’s an object. Bugs folder has many objects (different bugs) that belong to the class, Bugs.</a:t>
            </a:r>
            <a:endParaRPr lang="en-US" i="1" dirty="0"/>
          </a:p>
        </p:txBody>
      </p:sp>
      <p:sp>
        <p:nvSpPr>
          <p:cNvPr id="6" name="Google Shape;73;p15">
            <a:extLst>
              <a:ext uri="{FF2B5EF4-FFF2-40B4-BE49-F238E27FC236}">
                <a16:creationId xmlns:a16="http://schemas.microsoft.com/office/drawing/2014/main" id="{361FA705-1F5E-48B6-95CD-4F4A1D14B970}"/>
              </a:ext>
              <a:ext uri="{C183D7F6-B498-43B3-948B-1728B52AA6E4}">
                <adec:decorative xmlns:adec="http://schemas.microsoft.com/office/drawing/2017/decorative" val="1"/>
              </a:ext>
            </a:extLst>
          </p:cNvPr>
          <p:cNvSpPr/>
          <p:nvPr/>
        </p:nvSpPr>
        <p:spPr>
          <a:xfrm>
            <a:off x="7374700" y="0"/>
            <a:ext cx="1617000" cy="838200"/>
          </a:xfrm>
          <a:prstGeom prst="ellipse">
            <a:avLst/>
          </a:prstGeom>
          <a:solidFill>
            <a:schemeClr val="accen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Font typeface="Arial"/>
              <a:buNone/>
            </a:pPr>
            <a:r>
              <a:rPr lang="en-US" sz="1800" dirty="0">
                <a:solidFill>
                  <a:schemeClr val="dk1"/>
                </a:solidFill>
              </a:rPr>
              <a:t>P.337</a:t>
            </a:r>
            <a:endParaRPr lang="en-US" dirty="0"/>
          </a:p>
        </p:txBody>
      </p:sp>
      <p:grpSp>
        <p:nvGrpSpPr>
          <p:cNvPr id="3" name="Group 2" descr="Grouped diagram illustrating Demo: Add Objects with multiple visual components." title="Demo: Add Objects Diagram">
            <a:extLst>
              <a:ext uri="{FF2B5EF4-FFF2-40B4-BE49-F238E27FC236}">
                <a16:creationId xmlns:a16="http://schemas.microsoft.com/office/drawing/2014/main" id="{7FAF5411-F48E-8301-3EFD-7E2C45408F48}"/>
              </a:ext>
              <a:ext uri="{C183D7F6-B498-43B3-948B-1728B52AA6E4}">
                <adec:decorative xmlns:adec="http://schemas.microsoft.com/office/drawing/2017/decorative" val="0"/>
              </a:ext>
            </a:extLst>
          </p:cNvPr>
          <p:cNvGrpSpPr/>
          <p:nvPr/>
        </p:nvGrpSpPr>
        <p:grpSpPr>
          <a:xfrm>
            <a:off x="7905405" y="1012607"/>
            <a:ext cx="1208115" cy="771743"/>
            <a:chOff x="7905405" y="1012607"/>
            <a:chExt cx="1208115" cy="771743"/>
          </a:xfrm>
        </p:grpSpPr>
        <p:sp>
          <p:nvSpPr>
            <p:cNvPr id="2" name="Rectangle 1">
              <a:extLst>
                <a:ext uri="{FF2B5EF4-FFF2-40B4-BE49-F238E27FC236}">
                  <a16:creationId xmlns:a16="http://schemas.microsoft.com/office/drawing/2014/main" id="{16FBFDF9-23DA-4C4E-B809-C87651E5A788}"/>
                </a:ext>
              </a:extLst>
            </p:cNvPr>
            <p:cNvSpPr/>
            <p:nvPr/>
          </p:nvSpPr>
          <p:spPr>
            <a:xfrm>
              <a:off x="7905405" y="1012607"/>
              <a:ext cx="1208115" cy="307777"/>
            </a:xfrm>
            <a:prstGeom prst="rect">
              <a:avLst/>
            </a:prstGeom>
            <a:ln>
              <a:solidFill>
                <a:srgbClr val="FF0000"/>
              </a:solidFill>
            </a:ln>
          </p:spPr>
          <p:txBody>
            <a:bodyPr wrap="square">
              <a:spAutoFit/>
            </a:bodyPr>
            <a:lstStyle/>
            <a:p>
              <a:r>
                <a:rPr lang="en-US" dirty="0">
                  <a:solidFill>
                    <a:schemeClr val="dk1"/>
                  </a:solidFill>
                </a:rPr>
                <a:t>Scene Editor</a:t>
              </a:r>
              <a:endParaRPr lang="en-US" dirty="0"/>
            </a:p>
          </p:txBody>
        </p:sp>
        <p:cxnSp>
          <p:nvCxnSpPr>
            <p:cNvPr id="4" name="Straight Arrow Connector 3" descr="Informative graphic on Demo: Add Objects showing: Click ADD OBJECTS to add an object from Local Gallery, CD Gallery or Web Gallery.&#10;Do Search to find what you want; drag &amp; drop to the World.&#10;Scene Editor allows you to edit the object.&#10;Note: Class Bird1 only has one bird as an object. Put curser on its right and it will say it’s an object. Bugs folder has many objects (different bugs) that belong to the class, Bugs.; P.337; Demo: Add Objects." title="Demo: Add Objects Graphic">
              <a:extLst>
                <a:ext uri="{FF2B5EF4-FFF2-40B4-BE49-F238E27FC236}">
                  <a16:creationId xmlns:a16="http://schemas.microsoft.com/office/drawing/2014/main" id="{2F859A26-4978-40D3-8957-7FCEB40A7CEE}"/>
                </a:ext>
                <a:ext uri="{C183D7F6-B498-43B3-948B-1728B52AA6E4}">
                  <adec:decorative xmlns:adec="http://schemas.microsoft.com/office/drawing/2017/decorative" val="0"/>
                </a:ext>
              </a:extLst>
            </p:cNvPr>
            <p:cNvCxnSpPr>
              <a:cxnSpLocks/>
              <a:stCxn id="2" idx="2"/>
            </p:cNvCxnSpPr>
            <p:nvPr/>
          </p:nvCxnSpPr>
          <p:spPr>
            <a:xfrm flipH="1">
              <a:off x="7991767" y="1320384"/>
              <a:ext cx="517696" cy="46396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5444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4" name="Title 3">
            <a:extLst>
              <a:ext uri="{FF2B5EF4-FFF2-40B4-BE49-F238E27FC236}">
                <a16:creationId xmlns:a16="http://schemas.microsoft.com/office/drawing/2014/main" id="{5751007A-85FC-F7CF-EAA7-717835FB2F87}"/>
              </a:ext>
            </a:extLst>
          </p:cNvPr>
          <p:cNvSpPr>
            <a:spLocks noGrp="1"/>
          </p:cNvSpPr>
          <p:nvPr>
            <p:ph type="title"/>
          </p:nvPr>
        </p:nvSpPr>
        <p:spPr>
          <a:xfrm>
            <a:off x="777239" y="272636"/>
            <a:ext cx="7589520" cy="641350"/>
          </a:xfrm>
        </p:spPr>
        <p:txBody>
          <a:bodyPr/>
          <a:lstStyle/>
          <a:p>
            <a:r>
              <a:rPr lang="en-US" sz="3600" b="1" dirty="0">
                <a:solidFill>
                  <a:srgbClr val="000000"/>
                </a:solidFill>
                <a:latin typeface="Arial" panose="020B0604020202020204" pitchFamily="34" charset="0"/>
              </a:rPr>
              <a:t>The Alice Interface – Add Object</a:t>
            </a:r>
          </a:p>
        </p:txBody>
      </p:sp>
      <p:grpSp>
        <p:nvGrpSpPr>
          <p:cNvPr id="5" name="Group 4" descr="Grouped diagram illustrating The Alice Interface – Add Object with multiple visual components." title="The Alice Interface – Add Object Diagram">
            <a:extLst>
              <a:ext uri="{FF2B5EF4-FFF2-40B4-BE49-F238E27FC236}">
                <a16:creationId xmlns:a16="http://schemas.microsoft.com/office/drawing/2014/main" id="{B90C0D9A-991B-420F-9464-F53511A26745}"/>
              </a:ext>
              <a:ext uri="{C183D7F6-B498-43B3-948B-1728B52AA6E4}">
                <adec:decorative xmlns:adec="http://schemas.microsoft.com/office/drawing/2017/decorative" val="0"/>
              </a:ext>
            </a:extLst>
          </p:cNvPr>
          <p:cNvGrpSpPr/>
          <p:nvPr/>
        </p:nvGrpSpPr>
        <p:grpSpPr>
          <a:xfrm>
            <a:off x="963811" y="946150"/>
            <a:ext cx="7216377" cy="5564760"/>
            <a:chOff x="963811" y="946150"/>
            <a:chExt cx="7216377" cy="5564760"/>
          </a:xfrm>
        </p:grpSpPr>
        <p:pic>
          <p:nvPicPr>
            <p:cNvPr id="2" name="Picture 1" descr="Informative graphic on The Alice Interface – Add Object showing: The Alice Interface – Add Object." title="The Alice Interface – Add Object Graphic">
              <a:extLst>
                <a:ext uri="{FF2B5EF4-FFF2-40B4-BE49-F238E27FC236}">
                  <a16:creationId xmlns:a16="http://schemas.microsoft.com/office/drawing/2014/main" id="{166C0491-8620-4BD2-976B-5C89E4DF74C7}"/>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963811" y="946150"/>
              <a:ext cx="7216377" cy="5318539"/>
            </a:xfrm>
            <a:prstGeom prst="rect">
              <a:avLst/>
            </a:prstGeom>
          </p:spPr>
        </p:pic>
        <p:sp>
          <p:nvSpPr>
            <p:cNvPr id="3" name="Rectangle 2">
              <a:extLst>
                <a:ext uri="{FF2B5EF4-FFF2-40B4-BE49-F238E27FC236}">
                  <a16:creationId xmlns:a16="http://schemas.microsoft.com/office/drawing/2014/main" id="{C439DC45-644F-4D99-9AA1-A718CE29526B}"/>
                </a:ext>
              </a:extLst>
            </p:cNvPr>
            <p:cNvSpPr/>
            <p:nvPr/>
          </p:nvSpPr>
          <p:spPr>
            <a:xfrm>
              <a:off x="1930400" y="6264689"/>
              <a:ext cx="5598160" cy="246221"/>
            </a:xfrm>
            <a:prstGeom prst="rect">
              <a:avLst/>
            </a:prstGeom>
          </p:spPr>
          <p:txBody>
            <a:bodyPr wrap="square">
              <a:spAutoFit/>
            </a:bodyPr>
            <a:lstStyle/>
            <a:p>
              <a:r>
                <a:rPr lang="en-US" sz="1000">
                  <a:hlinkClick r:id="rId4"/>
                </a:rPr>
                <a:t>Www2: Aliceglossary Pdf</a:t>
              </a:r>
              <a:endParaRPr lang="en-US" sz="1000" dirty="0"/>
            </a:p>
          </p:txBody>
        </p:sp>
      </p:grpSp>
    </p:spTree>
    <p:extLst>
      <p:ext uri="{BB962C8B-B14F-4D97-AF65-F5344CB8AC3E}">
        <p14:creationId xmlns:p14="http://schemas.microsoft.com/office/powerpoint/2010/main" val="34681589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489B7-E397-FE25-161E-285626431812}"/>
              </a:ext>
            </a:extLst>
          </p:cNvPr>
          <p:cNvSpPr>
            <a:spLocks noGrp="1"/>
          </p:cNvSpPr>
          <p:nvPr>
            <p:ph type="title"/>
          </p:nvPr>
        </p:nvSpPr>
        <p:spPr>
          <a:xfrm>
            <a:off x="127000" y="-1270000"/>
            <a:ext cx="8890000" cy="508000"/>
          </a:xfrm>
        </p:spPr>
        <p:txBody>
          <a:bodyPr/>
          <a:lstStyle/>
          <a:p>
            <a:r>
              <a:rPr lang="en-US" dirty="0"/>
              <a:t>Topic Overview (Slide 32)</a:t>
            </a:r>
          </a:p>
        </p:txBody>
      </p:sp>
      <p:grpSp>
        <p:nvGrpSpPr>
          <p:cNvPr id="15" name="Group 14" descr="Grouped diagram illustrating Topic Overview (Slide 32) with multiple visual components." title="Topic Overview (Slide 32) Diagram">
            <a:extLst>
              <a:ext uri="{FF2B5EF4-FFF2-40B4-BE49-F238E27FC236}">
                <a16:creationId xmlns:a16="http://schemas.microsoft.com/office/drawing/2014/main" id="{E14999E6-E288-3B8B-9590-777C11E2A655}"/>
              </a:ext>
              <a:ext uri="{C183D7F6-B498-43B3-948B-1728B52AA6E4}">
                <adec:decorative xmlns:adec="http://schemas.microsoft.com/office/drawing/2017/decorative" val="0"/>
              </a:ext>
            </a:extLst>
          </p:cNvPr>
          <p:cNvGrpSpPr/>
          <p:nvPr/>
        </p:nvGrpSpPr>
        <p:grpSpPr>
          <a:xfrm>
            <a:off x="2594344" y="1257035"/>
            <a:ext cx="4331881" cy="4684172"/>
            <a:chOff x="2573079" y="1086914"/>
            <a:chExt cx="4331881" cy="4684172"/>
          </a:xfrm>
        </p:grpSpPr>
        <p:pic>
          <p:nvPicPr>
            <p:cNvPr id="5" name="Picture 4" descr="Informative graphic on Topic Overview (Slide 32) showing: Topic Overview (Slide 32)." title="Topic Overview (Slide 32) Graphic">
              <a:extLst>
                <a:ext uri="{FF2B5EF4-FFF2-40B4-BE49-F238E27FC236}">
                  <a16:creationId xmlns:a16="http://schemas.microsoft.com/office/drawing/2014/main" id="{C8A65037-65EE-D1FF-937B-FD0FBCF3B797}"/>
                </a:ext>
                <a:ext uri="{C183D7F6-B498-43B3-948B-1728B52AA6E4}">
                  <adec:decorative xmlns:adec="http://schemas.microsoft.com/office/drawing/2017/decorative" val="0"/>
                </a:ext>
              </a:extLst>
            </p:cNvPr>
            <p:cNvPicPr>
              <a:picLocks noChangeAspect="1"/>
            </p:cNvPicPr>
            <p:nvPr/>
          </p:nvPicPr>
          <p:blipFill>
            <a:blip r:embed="rId2"/>
            <a:stretch>
              <a:fillRect/>
            </a:stretch>
          </p:blipFill>
          <p:spPr>
            <a:xfrm>
              <a:off x="2573079" y="1086914"/>
              <a:ext cx="4331881" cy="4684172"/>
            </a:xfrm>
            <a:prstGeom prst="rect">
              <a:avLst/>
            </a:prstGeom>
          </p:spPr>
        </p:pic>
        <p:sp>
          <p:nvSpPr>
            <p:cNvPr id="12" name="Oval 11" descr="Informative graphic on Topic Overview (Slide 32) showing: Topic Overview (Slide 32)." title="Topic Overview (Slide 32) Graphic">
              <a:extLst>
                <a:ext uri="{FF2B5EF4-FFF2-40B4-BE49-F238E27FC236}">
                  <a16:creationId xmlns:a16="http://schemas.microsoft.com/office/drawing/2014/main" id="{13073634-ACFA-2657-F1EA-A1932A7FB99A}"/>
                </a:ext>
                <a:ext uri="{C183D7F6-B498-43B3-948B-1728B52AA6E4}">
                  <adec:decorative xmlns:adec="http://schemas.microsoft.com/office/drawing/2017/decorative" val="0"/>
                </a:ext>
              </a:extLst>
            </p:cNvPr>
            <p:cNvSpPr/>
            <p:nvPr/>
          </p:nvSpPr>
          <p:spPr>
            <a:xfrm>
              <a:off x="5879805" y="4518837"/>
              <a:ext cx="552893" cy="372139"/>
            </a:xfrm>
            <a:prstGeom prst="ellipse">
              <a:avLst/>
            </a:prstGeom>
            <a:noFill/>
            <a:ln w="3810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7910708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4" name="Title 3">
            <a:extLst>
              <a:ext uri="{FF2B5EF4-FFF2-40B4-BE49-F238E27FC236}">
                <a16:creationId xmlns:a16="http://schemas.microsoft.com/office/drawing/2014/main" id="{C07D44A0-F33E-D07E-703B-F6345F7ED631}"/>
              </a:ext>
            </a:extLst>
          </p:cNvPr>
          <p:cNvSpPr>
            <a:spLocks noGrp="1"/>
          </p:cNvSpPr>
          <p:nvPr>
            <p:ph type="title"/>
          </p:nvPr>
        </p:nvSpPr>
        <p:spPr>
          <a:xfrm>
            <a:off x="1295400" y="304800"/>
            <a:ext cx="6553200" cy="641350"/>
          </a:xfrm>
        </p:spPr>
        <p:txBody>
          <a:bodyPr/>
          <a:lstStyle/>
          <a:p>
            <a:r>
              <a:rPr lang="en-US" sz="3600" b="1" dirty="0">
                <a:solidFill>
                  <a:srgbClr val="000000"/>
                </a:solidFill>
                <a:latin typeface="Arial" panose="020B0604020202020204" pitchFamily="34" charset="0"/>
              </a:rPr>
              <a:t>Class and Objects</a:t>
            </a:r>
          </a:p>
        </p:txBody>
      </p:sp>
      <p:sp>
        <p:nvSpPr>
          <p:cNvPr id="3" name="Text Placeholder 2">
            <a:extLst>
              <a:ext uri="{FF2B5EF4-FFF2-40B4-BE49-F238E27FC236}">
                <a16:creationId xmlns:a16="http://schemas.microsoft.com/office/drawing/2014/main" id="{31E36B33-1F73-4E8C-AC17-64AA5023CA91}"/>
              </a:ext>
            </a:extLst>
          </p:cNvPr>
          <p:cNvSpPr>
            <a:spLocks noGrp="1"/>
          </p:cNvSpPr>
          <p:nvPr>
            <p:ph type="body" idx="1"/>
          </p:nvPr>
        </p:nvSpPr>
        <p:spPr>
          <a:xfrm>
            <a:off x="19355" y="1029535"/>
            <a:ext cx="5201231" cy="4525962"/>
          </a:xfrm>
        </p:spPr>
        <p:txBody>
          <a:bodyPr/>
          <a:lstStyle/>
          <a:p>
            <a:r>
              <a:rPr lang="en-US" dirty="0"/>
              <a:t>Class and Objects</a:t>
            </a:r>
          </a:p>
          <a:p>
            <a:pPr lvl="1"/>
            <a:r>
              <a:rPr lang="en-US" dirty="0"/>
              <a:t>which is the superset and which is the subset?</a:t>
            </a:r>
          </a:p>
          <a:p>
            <a:endParaRPr lang="en-US" dirty="0"/>
          </a:p>
        </p:txBody>
      </p:sp>
      <p:pic>
        <p:nvPicPr>
          <p:cNvPr id="35" name="Picture 2" descr="Informative graphic on Class and Objects showing: Class and Objects&#10;which is the superset and which is the subset?; Class and Objects." title="Class and Objects Graphic">
            <a:extLst>
              <a:ext uri="{FF2B5EF4-FFF2-40B4-BE49-F238E27FC236}">
                <a16:creationId xmlns:a16="http://schemas.microsoft.com/office/drawing/2014/main" id="{8781B53A-1FA6-46E0-B53B-E9B3FF0CE19E}"/>
              </a:ext>
              <a:ext uri="{C183D7F6-B498-43B3-948B-1728B52AA6E4}">
                <adec:decorative xmlns:adec="http://schemas.microsoft.com/office/drawing/2017/decorative" val="0"/>
              </a:ext>
            </a:extLst>
          </p:cNvPr>
          <p:cNvPicPr>
            <a:picLocks noChangeAspect="1" noChangeArrowheads="1"/>
          </p:cNvPicPr>
          <p:nvPr/>
        </p:nvPicPr>
        <p:blipFill>
          <a:blip r:embed="rId3" cstate="print"/>
          <a:srcRect/>
          <a:stretch>
            <a:fillRect/>
          </a:stretch>
        </p:blipFill>
        <p:spPr bwMode="auto">
          <a:xfrm>
            <a:off x="517573" y="3313865"/>
            <a:ext cx="3596831" cy="2514600"/>
          </a:xfrm>
          <a:prstGeom prst="rect">
            <a:avLst/>
          </a:prstGeom>
          <a:noFill/>
        </p:spPr>
      </p:pic>
      <p:pic>
        <p:nvPicPr>
          <p:cNvPr id="2" name="Picture 1" descr="Informative graphic on Class and Objects showing: Class and Objects&#10;which is the superset and which is the subset?; Class and Objects." title="Class and Objects Graphic">
            <a:extLst>
              <a:ext uri="{FF2B5EF4-FFF2-40B4-BE49-F238E27FC236}">
                <a16:creationId xmlns:a16="http://schemas.microsoft.com/office/drawing/2014/main" id="{5EA92191-6309-511C-0A62-7481113739C0}"/>
              </a:ext>
              <a:ext uri="{C183D7F6-B498-43B3-948B-1728B52AA6E4}">
                <adec:decorative xmlns:adec="http://schemas.microsoft.com/office/drawing/2017/decorative" val="0"/>
              </a:ext>
            </a:extLst>
          </p:cNvPr>
          <p:cNvPicPr>
            <a:picLocks noChangeAspect="1"/>
          </p:cNvPicPr>
          <p:nvPr/>
        </p:nvPicPr>
        <p:blipFill>
          <a:blip r:embed="rId4"/>
          <a:stretch>
            <a:fillRect/>
          </a:stretch>
        </p:blipFill>
        <p:spPr>
          <a:xfrm>
            <a:off x="4880742" y="2424224"/>
            <a:ext cx="4286210" cy="3214658"/>
          </a:xfrm>
          <a:prstGeom prst="rect">
            <a:avLst/>
          </a:prstGeom>
        </p:spPr>
      </p:pic>
      <p:grpSp>
        <p:nvGrpSpPr>
          <p:cNvPr id="10" name="Group 9" descr="Grouped diagram illustrating Class and Objects with multiple visual components." title="Class and Objects Diagram">
            <a:extLst>
              <a:ext uri="{FF2B5EF4-FFF2-40B4-BE49-F238E27FC236}">
                <a16:creationId xmlns:a16="http://schemas.microsoft.com/office/drawing/2014/main" id="{E4BC99A1-17B8-99B6-78DD-837C7B3BABB9}"/>
              </a:ext>
              <a:ext uri="{C183D7F6-B498-43B3-948B-1728B52AA6E4}">
                <adec:decorative xmlns:adec="http://schemas.microsoft.com/office/drawing/2017/decorative" val="0"/>
              </a:ext>
            </a:extLst>
          </p:cNvPr>
          <p:cNvGrpSpPr/>
          <p:nvPr/>
        </p:nvGrpSpPr>
        <p:grpSpPr>
          <a:xfrm>
            <a:off x="5986924" y="4423144"/>
            <a:ext cx="2909771" cy="1959935"/>
            <a:chOff x="5986924" y="4593265"/>
            <a:chExt cx="2909771" cy="1959935"/>
          </a:xfrm>
        </p:grpSpPr>
        <p:sp>
          <p:nvSpPr>
            <p:cNvPr id="7" name="TextBox 6">
              <a:extLst>
                <a:ext uri="{FF2B5EF4-FFF2-40B4-BE49-F238E27FC236}">
                  <a16:creationId xmlns:a16="http://schemas.microsoft.com/office/drawing/2014/main" id="{B19A3798-330D-65D5-8439-DEF47639D847}"/>
                </a:ext>
              </a:extLst>
            </p:cNvPr>
            <p:cNvSpPr txBox="1"/>
            <p:nvPr/>
          </p:nvSpPr>
          <p:spPr>
            <a:xfrm>
              <a:off x="5986924" y="6029980"/>
              <a:ext cx="2909771" cy="523220"/>
            </a:xfrm>
            <a:prstGeom prst="rect">
              <a:avLst/>
            </a:prstGeom>
            <a:noFill/>
            <a:ln w="38100">
              <a:solidFill>
                <a:srgbClr val="0070C0"/>
              </a:solidFill>
            </a:ln>
          </p:spPr>
          <p:txBody>
            <a:bodyPr wrap="none" rtlCol="0">
              <a:spAutoFit/>
            </a:bodyPr>
            <a:lstStyle/>
            <a:p>
              <a:r>
                <a:rPr lang="en-US" dirty="0"/>
                <a:t>A </a:t>
              </a:r>
              <a:r>
                <a:rPr lang="en-US" dirty="0">
                  <a:highlight>
                    <a:srgbClr val="FFFF00"/>
                  </a:highlight>
                </a:rPr>
                <a:t>Class</a:t>
              </a:r>
              <a:r>
                <a:rPr lang="en-US" dirty="0"/>
                <a:t>:</a:t>
              </a:r>
            </a:p>
            <a:p>
              <a:r>
                <a:rPr lang="en-US" dirty="0"/>
                <a:t>What are example birds (objects)?</a:t>
              </a:r>
            </a:p>
          </p:txBody>
        </p:sp>
        <p:cxnSp>
          <p:nvCxnSpPr>
            <p:cNvPr id="9" name="Straight Arrow Connector 8" descr="Informative graphic on Class and Objects showing: Class and Objects&#10;which is the superset and which is the subset?; Class and Objects." title="Class and Objects Graphic">
              <a:extLst>
                <a:ext uri="{FF2B5EF4-FFF2-40B4-BE49-F238E27FC236}">
                  <a16:creationId xmlns:a16="http://schemas.microsoft.com/office/drawing/2014/main" id="{5AD2324C-7296-BD17-5589-568A61C4849F}"/>
                </a:ext>
                <a:ext uri="{C183D7F6-B498-43B3-948B-1728B52AA6E4}">
                  <adec:decorative xmlns:adec="http://schemas.microsoft.com/office/drawing/2017/decorative" val="0"/>
                </a:ext>
              </a:extLst>
            </p:cNvPr>
            <p:cNvCxnSpPr>
              <a:cxnSpLocks/>
            </p:cNvCxnSpPr>
            <p:nvPr/>
          </p:nvCxnSpPr>
          <p:spPr>
            <a:xfrm flipV="1">
              <a:off x="7409911" y="4593265"/>
              <a:ext cx="862219" cy="1436715"/>
            </a:xfrm>
            <a:prstGeom prst="straightConnector1">
              <a:avLst/>
            </a:prstGeom>
            <a:ln w="57150">
              <a:solidFill>
                <a:srgbClr val="0070C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38641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Title 1">
            <a:extLst>
              <a:ext uri="{FF2B5EF4-FFF2-40B4-BE49-F238E27FC236}">
                <a16:creationId xmlns:a16="http://schemas.microsoft.com/office/drawing/2014/main" id="{628BBF5E-4D87-C3DF-193B-A57E241D735C}"/>
              </a:ext>
            </a:extLst>
          </p:cNvPr>
          <p:cNvSpPr>
            <a:spLocks noGrp="1"/>
          </p:cNvSpPr>
          <p:nvPr>
            <p:ph type="title"/>
          </p:nvPr>
        </p:nvSpPr>
        <p:spPr>
          <a:xfrm>
            <a:off x="1295400" y="304800"/>
            <a:ext cx="6553200" cy="641350"/>
          </a:xfrm>
        </p:spPr>
        <p:txBody>
          <a:bodyPr/>
          <a:lstStyle/>
          <a:p>
            <a:r>
              <a:rPr lang="en-US" sz="3600" b="1" dirty="0">
                <a:solidFill>
                  <a:srgbClr val="000000"/>
                </a:solidFill>
                <a:latin typeface="Arial" panose="020B0604020202020204" pitchFamily="34" charset="0"/>
              </a:rPr>
              <a:t>3D Object Dimensions</a:t>
            </a:r>
          </a:p>
        </p:txBody>
      </p:sp>
      <p:sp>
        <p:nvSpPr>
          <p:cNvPr id="131" name="Google Shape;131;p21"/>
          <p:cNvSpPr txBox="1">
            <a:spLocks noGrp="1"/>
          </p:cNvSpPr>
          <p:nvPr>
            <p:ph type="body" idx="1"/>
          </p:nvPr>
        </p:nvSpPr>
        <p:spPr>
          <a:xfrm>
            <a:off x="86360" y="1143000"/>
            <a:ext cx="5364694" cy="43434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Arial"/>
              <a:buChar char="•"/>
            </a:pPr>
            <a:r>
              <a:rPr lang="en-US" sz="2400" b="0" i="0" u="none" strike="noStrike" cap="none" dirty="0">
                <a:solidFill>
                  <a:schemeClr val="dk1"/>
                </a:solidFill>
                <a:sym typeface="Arial"/>
              </a:rPr>
              <a:t>A 3D object has </a:t>
            </a:r>
            <a:endParaRPr lang="en-US" sz="2400" dirty="0"/>
          </a:p>
          <a:p>
            <a:pPr marL="742950" marR="0" lvl="1" indent="-285750" algn="l" rtl="0">
              <a:lnSpc>
                <a:spcPct val="100000"/>
              </a:lnSpc>
              <a:spcBef>
                <a:spcPts val="560"/>
              </a:spcBef>
              <a:spcAft>
                <a:spcPts val="0"/>
              </a:spcAft>
              <a:buClr>
                <a:schemeClr val="dk1"/>
              </a:buClr>
              <a:buSzPts val="2800"/>
              <a:buFont typeface="Arial"/>
              <a:buChar char="–"/>
            </a:pPr>
            <a:r>
              <a:rPr lang="en-US" sz="2400" b="0" i="0" u="none" strike="noStrike" cap="none" dirty="0">
                <a:solidFill>
                  <a:schemeClr val="dk1"/>
                </a:solidFill>
                <a:sym typeface="Arial"/>
              </a:rPr>
              <a:t> 3 dimensions</a:t>
            </a:r>
            <a:endParaRPr lang="en-US" sz="2400" dirty="0"/>
          </a:p>
          <a:p>
            <a:pPr marL="1143000" marR="0" lvl="2" indent="-228600" algn="l" rtl="0">
              <a:lnSpc>
                <a:spcPct val="100000"/>
              </a:lnSpc>
              <a:spcBef>
                <a:spcPts val="480"/>
              </a:spcBef>
              <a:spcAft>
                <a:spcPts val="0"/>
              </a:spcAft>
              <a:buClr>
                <a:schemeClr val="dk1"/>
              </a:buClr>
              <a:buSzPts val="2400"/>
              <a:buFont typeface="Arial"/>
              <a:buChar char="•"/>
            </a:pPr>
            <a:r>
              <a:rPr lang="en-US" b="0" i="0" u="none" strike="noStrike" cap="none" dirty="0">
                <a:solidFill>
                  <a:schemeClr val="dk1"/>
                </a:solidFill>
                <a:sym typeface="Arial"/>
              </a:rPr>
              <a:t>height, width, depth</a:t>
            </a:r>
            <a:endParaRPr lang="en-US" dirty="0"/>
          </a:p>
          <a:p>
            <a:pPr marL="742950" marR="0" lvl="1" indent="-285750" algn="l" rtl="0">
              <a:lnSpc>
                <a:spcPct val="100000"/>
              </a:lnSpc>
              <a:spcBef>
                <a:spcPts val="560"/>
              </a:spcBef>
              <a:spcAft>
                <a:spcPts val="0"/>
              </a:spcAft>
              <a:buClr>
                <a:schemeClr val="dk1"/>
              </a:buClr>
              <a:buSzPts val="2800"/>
              <a:buFont typeface="Arial"/>
              <a:buChar char="–"/>
            </a:pPr>
            <a:r>
              <a:rPr lang="en-US" sz="2400" b="0" i="0" u="none" strike="noStrike" cap="none" dirty="0">
                <a:solidFill>
                  <a:schemeClr val="dk1"/>
                </a:solidFill>
                <a:sym typeface="Arial"/>
              </a:rPr>
              <a:t> 6 degrees of freedom (directions of movement)</a:t>
            </a:r>
          </a:p>
          <a:p>
            <a:pPr marL="914400" lvl="2" indent="0">
              <a:buNone/>
            </a:pPr>
            <a:r>
              <a:rPr lang="en-US" dirty="0">
                <a:sym typeface="Wingdings" panose="05000000000000000000" pitchFamily="2" charset="2"/>
              </a:rPr>
              <a:t></a:t>
            </a:r>
            <a:r>
              <a:rPr lang="en-US" dirty="0"/>
              <a:t>Direction is </a:t>
            </a:r>
            <a:r>
              <a:rPr lang="en-US" dirty="0">
                <a:solidFill>
                  <a:srgbClr val="A00000"/>
                </a:solidFill>
              </a:rPr>
              <a:t>egocentric</a:t>
            </a:r>
            <a:r>
              <a:rPr lang="en-US" dirty="0"/>
              <a:t> (p.45)</a:t>
            </a:r>
          </a:p>
          <a:p>
            <a:pPr marL="1371600" lvl="3" indent="0">
              <a:buNone/>
            </a:pPr>
            <a:r>
              <a:rPr lang="en-US" sz="2400" dirty="0">
                <a:sym typeface="Wingdings" panose="05000000000000000000" pitchFamily="2" charset="2"/>
              </a:rPr>
              <a:t> The center is the object itself, not the viewer of the object.</a:t>
            </a:r>
            <a:endParaRPr lang="en-US" sz="2400" dirty="0"/>
          </a:p>
          <a:p>
            <a:pPr lvl="1" indent="-457200"/>
            <a:r>
              <a:rPr lang="en-US" sz="2400" dirty="0"/>
              <a:t>A mouse-click on an object in Alice, a </a:t>
            </a:r>
            <a:r>
              <a:rPr lang="en-US" sz="2400" dirty="0">
                <a:solidFill>
                  <a:srgbClr val="A00000"/>
                </a:solidFill>
              </a:rPr>
              <a:t>yellow </a:t>
            </a:r>
            <a:r>
              <a:rPr lang="en-US" sz="2400" u="sng" dirty="0">
                <a:solidFill>
                  <a:srgbClr val="A00000"/>
                </a:solidFill>
              </a:rPr>
              <a:t>bounding box </a:t>
            </a:r>
            <a:r>
              <a:rPr lang="en-US" sz="2400" dirty="0"/>
              <a:t>appears</a:t>
            </a:r>
          </a:p>
          <a:p>
            <a:pPr marL="742950" marR="0" lvl="1" indent="-285750" algn="l" rtl="0">
              <a:lnSpc>
                <a:spcPct val="100000"/>
              </a:lnSpc>
              <a:spcBef>
                <a:spcPts val="560"/>
              </a:spcBef>
              <a:spcAft>
                <a:spcPts val="0"/>
              </a:spcAft>
              <a:buClr>
                <a:schemeClr val="dk1"/>
              </a:buClr>
              <a:buSzPts val="2800"/>
              <a:buFont typeface="Arial"/>
              <a:buChar char="–"/>
            </a:pPr>
            <a:endParaRPr lang="en-US" sz="2400" dirty="0"/>
          </a:p>
          <a:p>
            <a:pPr marL="342900" marR="0" lvl="0" indent="-165100" algn="l" rtl="0">
              <a:spcBef>
                <a:spcPts val="560"/>
              </a:spcBef>
              <a:spcAft>
                <a:spcPts val="0"/>
              </a:spcAft>
              <a:buClr>
                <a:schemeClr val="dk1"/>
              </a:buClr>
              <a:buSzPts val="2800"/>
              <a:buFont typeface="Arial"/>
              <a:buNone/>
            </a:pPr>
            <a:endParaRPr lang="en-US" sz="2400" b="0" i="0" u="none" strike="noStrike" cap="none" dirty="0">
              <a:solidFill>
                <a:schemeClr val="dk1"/>
              </a:solidFill>
              <a:sym typeface="Arial"/>
            </a:endParaRPr>
          </a:p>
        </p:txBody>
      </p:sp>
      <p:pic>
        <p:nvPicPr>
          <p:cNvPr id="132" name="Google Shape;132;p21" descr="1-2-6"/>
          <p:cNvPicPr preferRelativeResize="0"/>
          <p:nvPr/>
        </p:nvPicPr>
        <p:blipFill rotWithShape="1">
          <a:blip r:embed="rId3">
            <a:alphaModFix/>
          </a:blip>
          <a:srcRect/>
          <a:stretch/>
        </p:blipFill>
        <p:spPr>
          <a:xfrm>
            <a:off x="5451054" y="1645920"/>
            <a:ext cx="3606586" cy="3840480"/>
          </a:xfrm>
          <a:prstGeom prst="rect">
            <a:avLst/>
          </a:prstGeom>
          <a:noFill/>
          <a:ln>
            <a:noFill/>
          </a:ln>
        </p:spPr>
      </p:pic>
      <p:sp>
        <p:nvSpPr>
          <p:cNvPr id="133" name="Google Shape;133;p21"/>
          <p:cNvSpPr/>
          <p:nvPr/>
        </p:nvSpPr>
        <p:spPr>
          <a:xfrm>
            <a:off x="7467600" y="0"/>
            <a:ext cx="1447800" cy="914400"/>
          </a:xfrm>
          <a:prstGeom prst="ellipse">
            <a:avLst/>
          </a:prstGeom>
          <a:solidFill>
            <a:schemeClr val="accen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Font typeface="Arial"/>
              <a:buNone/>
            </a:pPr>
            <a:r>
              <a:rPr lang="en-US" b="0" i="0" u="none" dirty="0">
                <a:solidFill>
                  <a:schemeClr val="dk1"/>
                </a:solidFill>
                <a:latin typeface="Arial"/>
                <a:ea typeface="Arial"/>
                <a:cs typeface="Arial"/>
                <a:sym typeface="Arial"/>
              </a:rPr>
              <a:t>Chapter</a:t>
            </a:r>
            <a:r>
              <a:rPr lang="en-US" dirty="0"/>
              <a:t> </a:t>
            </a:r>
            <a:r>
              <a:rPr lang="en-US" b="0" i="0" u="none" dirty="0">
                <a:solidFill>
                  <a:schemeClr val="dk1"/>
                </a:solidFill>
                <a:latin typeface="Arial"/>
                <a:ea typeface="Arial"/>
                <a:cs typeface="Arial"/>
                <a:sym typeface="Arial"/>
              </a:rPr>
              <a:t>1</a:t>
            </a:r>
          </a:p>
          <a:p>
            <a:pPr marL="0" marR="0" lvl="0" indent="0" algn="ctr" rtl="0">
              <a:lnSpc>
                <a:spcPct val="100000"/>
              </a:lnSpc>
              <a:spcBef>
                <a:spcPts val="0"/>
              </a:spcBef>
              <a:spcAft>
                <a:spcPts val="0"/>
              </a:spcAft>
              <a:buClr>
                <a:schemeClr val="dk1"/>
              </a:buClr>
              <a:buFont typeface="Arial"/>
              <a:buNone/>
            </a:pPr>
            <a:r>
              <a:rPr lang="en-US" dirty="0">
                <a:solidFill>
                  <a:schemeClr val="dk1"/>
                </a:solidFill>
              </a:rPr>
              <a:t>pp. 10-11</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1">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2" name="Title 1">
            <a:extLst>
              <a:ext uri="{FF2B5EF4-FFF2-40B4-BE49-F238E27FC236}">
                <a16:creationId xmlns:a16="http://schemas.microsoft.com/office/drawing/2014/main" id="{34B63E25-98AA-2D68-D21F-4D1D2570964C}"/>
              </a:ext>
            </a:extLst>
          </p:cNvPr>
          <p:cNvSpPr>
            <a:spLocks noGrp="1"/>
          </p:cNvSpPr>
          <p:nvPr>
            <p:ph type="title"/>
          </p:nvPr>
        </p:nvSpPr>
        <p:spPr>
          <a:xfrm>
            <a:off x="1295400" y="304800"/>
            <a:ext cx="6553200" cy="641350"/>
          </a:xfrm>
        </p:spPr>
        <p:txBody>
          <a:bodyPr/>
          <a:lstStyle/>
          <a:p>
            <a:r>
              <a:rPr lang="en-US" sz="3600" b="1" dirty="0">
                <a:solidFill>
                  <a:srgbClr val="000000"/>
                </a:solidFill>
                <a:latin typeface="Arial" panose="020B0604020202020204" pitchFamily="34" charset="0"/>
              </a:rPr>
              <a:t>Center of an Object</a:t>
            </a:r>
          </a:p>
        </p:txBody>
      </p:sp>
      <p:sp>
        <p:nvSpPr>
          <p:cNvPr id="147" name="Google Shape;147;p23"/>
          <p:cNvSpPr txBox="1">
            <a:spLocks noGrp="1"/>
          </p:cNvSpPr>
          <p:nvPr>
            <p:ph type="body" idx="1"/>
          </p:nvPr>
        </p:nvSpPr>
        <p:spPr>
          <a:xfrm>
            <a:off x="304800" y="1371600"/>
            <a:ext cx="6019800" cy="4191000"/>
          </a:xfrm>
          <a:prstGeom prst="rect">
            <a:avLst/>
          </a:prstGeom>
          <a:noFill/>
          <a:ln>
            <a:noFill/>
          </a:ln>
        </p:spPr>
        <p:txBody>
          <a:bodyPr spcFirstLastPara="1" wrap="square" lIns="91425" tIns="45700" rIns="91425" bIns="45700" anchor="t" anchorCtr="0">
            <a:noAutofit/>
          </a:bodyPr>
          <a:lstStyle/>
          <a:p>
            <a:pPr marL="742950" marR="0" lvl="1" indent="-285750" algn="l" rtl="0">
              <a:lnSpc>
                <a:spcPct val="80000"/>
              </a:lnSpc>
              <a:spcBef>
                <a:spcPts val="0"/>
              </a:spcBef>
              <a:spcAft>
                <a:spcPts val="0"/>
              </a:spcAft>
              <a:buClr>
                <a:schemeClr val="dk1"/>
              </a:buClr>
              <a:buSzPts val="2800"/>
              <a:buFont typeface="Arial"/>
              <a:buChar char="–"/>
            </a:pPr>
            <a:r>
              <a:rPr lang="en-US" sz="2800" b="0" i="0" u="none" strike="noStrike" cap="none" dirty="0">
                <a:solidFill>
                  <a:schemeClr val="dk1"/>
                </a:solidFill>
                <a:latin typeface="Arial"/>
                <a:ea typeface="Arial"/>
                <a:cs typeface="Arial"/>
                <a:sym typeface="Arial"/>
              </a:rPr>
              <a:t>At the center of mass </a:t>
            </a:r>
            <a:endParaRPr lang="en-US" dirty="0"/>
          </a:p>
          <a:p>
            <a:pPr marL="342900" marR="0" lvl="0" indent="-165100" algn="l" rtl="0">
              <a:lnSpc>
                <a:spcPct val="80000"/>
              </a:lnSpc>
              <a:spcBef>
                <a:spcPts val="560"/>
              </a:spcBef>
              <a:spcAft>
                <a:spcPts val="0"/>
              </a:spcAft>
              <a:buClr>
                <a:schemeClr val="dk1"/>
              </a:buClr>
              <a:buSzPts val="2800"/>
              <a:buFont typeface="Arial"/>
              <a:buNone/>
            </a:pPr>
            <a:endParaRPr lang="en-US" sz="2800" b="0" i="0" u="none" strike="noStrike" cap="none" dirty="0">
              <a:solidFill>
                <a:schemeClr val="dk1"/>
              </a:solidFill>
              <a:latin typeface="Arial"/>
              <a:ea typeface="Arial"/>
              <a:cs typeface="Arial"/>
              <a:sym typeface="Arial"/>
            </a:endParaRPr>
          </a:p>
          <a:p>
            <a:pPr marL="742950" marR="0" lvl="1" indent="-107950" algn="l" rtl="0">
              <a:lnSpc>
                <a:spcPct val="80000"/>
              </a:lnSpc>
              <a:spcBef>
                <a:spcPts val="560"/>
              </a:spcBef>
              <a:spcAft>
                <a:spcPts val="0"/>
              </a:spcAft>
              <a:buClr>
                <a:schemeClr val="dk1"/>
              </a:buClr>
              <a:buSzPts val="2800"/>
              <a:buFont typeface="Arial"/>
              <a:buNone/>
            </a:pPr>
            <a:endParaRPr lang="en-US" sz="2800" b="0" i="0" u="none" strike="noStrike" cap="none" dirty="0">
              <a:solidFill>
                <a:schemeClr val="dk1"/>
              </a:solidFill>
              <a:latin typeface="Arial"/>
              <a:ea typeface="Arial"/>
              <a:cs typeface="Arial"/>
              <a:sym typeface="Arial"/>
            </a:endParaRPr>
          </a:p>
          <a:p>
            <a:pPr marL="742950" marR="0" lvl="1" indent="-285750" algn="l" rtl="0">
              <a:lnSpc>
                <a:spcPct val="80000"/>
              </a:lnSpc>
              <a:spcBef>
                <a:spcPts val="560"/>
              </a:spcBef>
              <a:spcAft>
                <a:spcPts val="0"/>
              </a:spcAft>
              <a:buClr>
                <a:schemeClr val="dk1"/>
              </a:buClr>
              <a:buFont typeface="Arial"/>
              <a:buNone/>
            </a:pPr>
            <a:endParaRPr lang="en-US" sz="2800" b="0" i="0" u="none" strike="noStrike" cap="none" dirty="0">
              <a:solidFill>
                <a:schemeClr val="dk1"/>
              </a:solidFill>
              <a:latin typeface="Arial"/>
              <a:ea typeface="Arial"/>
              <a:cs typeface="Arial"/>
              <a:sym typeface="Arial"/>
            </a:endParaRPr>
          </a:p>
          <a:p>
            <a:pPr marL="742950" marR="0" lvl="1" indent="-285750" algn="l" rtl="0">
              <a:lnSpc>
                <a:spcPct val="80000"/>
              </a:lnSpc>
              <a:spcBef>
                <a:spcPts val="560"/>
              </a:spcBef>
              <a:spcAft>
                <a:spcPts val="0"/>
              </a:spcAft>
              <a:buClr>
                <a:schemeClr val="dk1"/>
              </a:buClr>
              <a:buSzPts val="2800"/>
              <a:buFont typeface="Arial"/>
              <a:buChar char="–"/>
            </a:pPr>
            <a:r>
              <a:rPr lang="en-US" sz="2800" b="0" i="0" u="none" strike="noStrike" cap="none" dirty="0">
                <a:solidFill>
                  <a:schemeClr val="dk1"/>
                </a:solidFill>
                <a:latin typeface="Arial"/>
                <a:ea typeface="Arial"/>
                <a:cs typeface="Arial"/>
                <a:sym typeface="Arial"/>
              </a:rPr>
              <a:t>Where it stands on the ground</a:t>
            </a:r>
            <a:endParaRPr lang="en-US" dirty="0"/>
          </a:p>
          <a:p>
            <a:pPr marL="742950" marR="0" lvl="1" indent="-107950" algn="l" rtl="0">
              <a:lnSpc>
                <a:spcPct val="80000"/>
              </a:lnSpc>
              <a:spcBef>
                <a:spcPts val="560"/>
              </a:spcBef>
              <a:spcAft>
                <a:spcPts val="0"/>
              </a:spcAft>
              <a:buClr>
                <a:schemeClr val="dk1"/>
              </a:buClr>
              <a:buSzPts val="2800"/>
              <a:buFont typeface="Arial"/>
              <a:buNone/>
            </a:pPr>
            <a:endParaRPr lang="en-US" sz="2800" b="0" i="0" u="none" strike="noStrike" cap="none" dirty="0">
              <a:solidFill>
                <a:schemeClr val="dk1"/>
              </a:solidFill>
              <a:latin typeface="Arial"/>
              <a:ea typeface="Arial"/>
              <a:cs typeface="Arial"/>
              <a:sym typeface="Arial"/>
            </a:endParaRPr>
          </a:p>
          <a:p>
            <a:pPr marL="742950" marR="0" lvl="1" indent="-107950" algn="l" rtl="0">
              <a:lnSpc>
                <a:spcPct val="80000"/>
              </a:lnSpc>
              <a:spcBef>
                <a:spcPts val="560"/>
              </a:spcBef>
              <a:spcAft>
                <a:spcPts val="0"/>
              </a:spcAft>
              <a:buClr>
                <a:schemeClr val="dk1"/>
              </a:buClr>
              <a:buSzPts val="2800"/>
              <a:buFont typeface="Arial"/>
              <a:buNone/>
            </a:pPr>
            <a:endParaRPr lang="en-US" sz="2800" b="0" i="0" u="none" strike="noStrike" cap="none" dirty="0">
              <a:solidFill>
                <a:schemeClr val="dk1"/>
              </a:solidFill>
              <a:latin typeface="Arial"/>
              <a:ea typeface="Arial"/>
              <a:cs typeface="Arial"/>
              <a:sym typeface="Arial"/>
            </a:endParaRPr>
          </a:p>
          <a:p>
            <a:pPr marL="742950" marR="0" lvl="1" indent="-107950" algn="l" rtl="0">
              <a:lnSpc>
                <a:spcPct val="80000"/>
              </a:lnSpc>
              <a:spcBef>
                <a:spcPts val="560"/>
              </a:spcBef>
              <a:spcAft>
                <a:spcPts val="0"/>
              </a:spcAft>
              <a:buClr>
                <a:schemeClr val="dk1"/>
              </a:buClr>
              <a:buSzPts val="2800"/>
              <a:buFont typeface="Arial"/>
              <a:buNone/>
            </a:pPr>
            <a:endParaRPr lang="en-US" sz="2800" b="0" i="0" u="none" strike="noStrike" cap="none" dirty="0">
              <a:solidFill>
                <a:schemeClr val="dk1"/>
              </a:solidFill>
              <a:latin typeface="Arial"/>
              <a:ea typeface="Arial"/>
              <a:cs typeface="Arial"/>
              <a:sym typeface="Arial"/>
            </a:endParaRPr>
          </a:p>
          <a:p>
            <a:pPr marL="742950" marR="0" lvl="1" indent="-285750" algn="l" rtl="0">
              <a:lnSpc>
                <a:spcPct val="80000"/>
              </a:lnSpc>
              <a:spcBef>
                <a:spcPts val="560"/>
              </a:spcBef>
              <a:spcAft>
                <a:spcPts val="0"/>
              </a:spcAft>
              <a:buClr>
                <a:schemeClr val="dk1"/>
              </a:buClr>
              <a:buSzPts val="2800"/>
              <a:buFont typeface="Arial"/>
              <a:buChar char="–"/>
            </a:pPr>
            <a:r>
              <a:rPr lang="en-US" sz="2800" b="0" i="0" u="none" strike="noStrike" cap="none" dirty="0">
                <a:solidFill>
                  <a:schemeClr val="dk1"/>
                </a:solidFill>
                <a:latin typeface="Arial"/>
                <a:ea typeface="Arial"/>
                <a:cs typeface="Arial"/>
                <a:sym typeface="Arial"/>
              </a:rPr>
              <a:t>Where it is held </a:t>
            </a:r>
            <a:endParaRPr lang="en-US" dirty="0"/>
          </a:p>
        </p:txBody>
      </p:sp>
      <p:pic>
        <p:nvPicPr>
          <p:cNvPr id="148" name="Google Shape;148;p23" descr="1-2-7"/>
          <p:cNvPicPr preferRelativeResize="0"/>
          <p:nvPr/>
        </p:nvPicPr>
        <p:blipFill rotWithShape="1">
          <a:blip r:embed="rId3">
            <a:alphaModFix/>
          </a:blip>
          <a:srcRect/>
          <a:stretch/>
        </p:blipFill>
        <p:spPr>
          <a:xfrm>
            <a:off x="6248400" y="914400"/>
            <a:ext cx="2057400" cy="1852612"/>
          </a:xfrm>
          <a:prstGeom prst="rect">
            <a:avLst/>
          </a:prstGeom>
          <a:noFill/>
          <a:ln>
            <a:noFill/>
          </a:ln>
        </p:spPr>
      </p:pic>
      <p:pic>
        <p:nvPicPr>
          <p:cNvPr id="149" name="Google Shape;149;p23" descr="1-2-8"/>
          <p:cNvPicPr preferRelativeResize="0"/>
          <p:nvPr/>
        </p:nvPicPr>
        <p:blipFill rotWithShape="1">
          <a:blip r:embed="rId4">
            <a:alphaModFix/>
          </a:blip>
          <a:srcRect/>
          <a:stretch/>
        </p:blipFill>
        <p:spPr>
          <a:xfrm>
            <a:off x="6248400" y="2819400"/>
            <a:ext cx="2057400" cy="1928812"/>
          </a:xfrm>
          <a:prstGeom prst="rect">
            <a:avLst/>
          </a:prstGeom>
          <a:noFill/>
          <a:ln>
            <a:noFill/>
          </a:ln>
        </p:spPr>
      </p:pic>
      <p:pic>
        <p:nvPicPr>
          <p:cNvPr id="150" name="Google Shape;150;p23" descr="1-2-9"/>
          <p:cNvPicPr preferRelativeResize="0"/>
          <p:nvPr/>
        </p:nvPicPr>
        <p:blipFill rotWithShape="1">
          <a:blip r:embed="rId5">
            <a:alphaModFix/>
          </a:blip>
          <a:srcRect/>
          <a:stretch/>
        </p:blipFill>
        <p:spPr>
          <a:xfrm>
            <a:off x="6248400" y="4800600"/>
            <a:ext cx="2057400" cy="1736725"/>
          </a:xfrm>
          <a:prstGeom prst="rect">
            <a:avLst/>
          </a:prstGeom>
          <a:noFill/>
          <a:ln>
            <a:noFill/>
          </a:ln>
        </p:spPr>
      </p:pic>
      <p:sp>
        <p:nvSpPr>
          <p:cNvPr id="8" name="Google Shape;133;p21">
            <a:extLst>
              <a:ext uri="{FF2B5EF4-FFF2-40B4-BE49-F238E27FC236}">
                <a16:creationId xmlns:a16="http://schemas.microsoft.com/office/drawing/2014/main" id="{2C0113C3-B244-452D-B2DF-B8E9693E2F04}"/>
              </a:ext>
            </a:extLst>
          </p:cNvPr>
          <p:cNvSpPr/>
          <p:nvPr/>
        </p:nvSpPr>
        <p:spPr>
          <a:xfrm>
            <a:off x="7467600" y="0"/>
            <a:ext cx="1447800" cy="914400"/>
          </a:xfrm>
          <a:prstGeom prst="ellipse">
            <a:avLst/>
          </a:prstGeom>
          <a:solidFill>
            <a:schemeClr val="accen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Font typeface="Arial"/>
              <a:buNone/>
            </a:pPr>
            <a:r>
              <a:rPr lang="en-US" b="0" i="0" u="none" dirty="0">
                <a:solidFill>
                  <a:schemeClr val="dk1"/>
                </a:solidFill>
                <a:latin typeface="Arial"/>
                <a:ea typeface="Arial"/>
                <a:cs typeface="Arial"/>
                <a:sym typeface="Arial"/>
              </a:rPr>
              <a:t>Chapter</a:t>
            </a:r>
            <a:r>
              <a:rPr lang="en-US" dirty="0"/>
              <a:t> </a:t>
            </a:r>
            <a:r>
              <a:rPr lang="en-US" b="0" i="0" u="none" dirty="0">
                <a:solidFill>
                  <a:schemeClr val="dk1"/>
                </a:solidFill>
                <a:latin typeface="Arial"/>
                <a:ea typeface="Arial"/>
                <a:cs typeface="Arial"/>
                <a:sym typeface="Arial"/>
              </a:rPr>
              <a:t>1</a:t>
            </a:r>
          </a:p>
          <a:p>
            <a:pPr marL="0" marR="0" lvl="0" indent="0" algn="ctr" rtl="0">
              <a:lnSpc>
                <a:spcPct val="100000"/>
              </a:lnSpc>
              <a:spcBef>
                <a:spcPts val="0"/>
              </a:spcBef>
              <a:spcAft>
                <a:spcPts val="0"/>
              </a:spcAft>
              <a:buClr>
                <a:schemeClr val="dk1"/>
              </a:buClr>
              <a:buFont typeface="Arial"/>
              <a:buNone/>
            </a:pPr>
            <a:r>
              <a:rPr lang="en-US" dirty="0">
                <a:solidFill>
                  <a:schemeClr val="dk1"/>
                </a:solidFill>
              </a:rPr>
              <a:t>P. 12</a:t>
            </a: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778CC-E7A6-AD9F-3124-370F74EE37A8}"/>
              </a:ext>
            </a:extLst>
          </p:cNvPr>
          <p:cNvSpPr>
            <a:spLocks noGrp="1"/>
          </p:cNvSpPr>
          <p:nvPr>
            <p:ph type="title"/>
          </p:nvPr>
        </p:nvSpPr>
        <p:spPr>
          <a:xfrm>
            <a:off x="1295400" y="240470"/>
            <a:ext cx="6553200" cy="641350"/>
          </a:xfrm>
        </p:spPr>
        <p:txBody>
          <a:bodyPr/>
          <a:lstStyle/>
          <a:p>
            <a:r>
              <a:rPr lang="en-US" sz="3600" b="1" dirty="0">
                <a:solidFill>
                  <a:srgbClr val="000000"/>
                </a:solidFill>
                <a:latin typeface="Arial" panose="020B0604020202020204" pitchFamily="34" charset="0"/>
              </a:rPr>
              <a:t>Know Thy Bonding Box</a:t>
            </a:r>
          </a:p>
        </p:txBody>
      </p:sp>
      <p:pic>
        <p:nvPicPr>
          <p:cNvPr id="5" name="Picture 4" descr="Informative graphic on Know Thy Bonding Box showing: Know Thy Bonding Box." title="Know Thy Bonding Box Graphic">
            <a:extLst>
              <a:ext uri="{FF2B5EF4-FFF2-40B4-BE49-F238E27FC236}">
                <a16:creationId xmlns:a16="http://schemas.microsoft.com/office/drawing/2014/main" id="{80C116B9-856F-74A2-3048-6A0CAA970DD1}"/>
              </a:ext>
              <a:ext uri="{C183D7F6-B498-43B3-948B-1728B52AA6E4}">
                <adec:decorative xmlns:adec="http://schemas.microsoft.com/office/drawing/2017/decorative" val="0"/>
              </a:ext>
            </a:extLst>
          </p:cNvPr>
          <p:cNvPicPr>
            <a:picLocks noChangeAspect="1"/>
          </p:cNvPicPr>
          <p:nvPr/>
        </p:nvPicPr>
        <p:blipFill>
          <a:blip r:embed="rId2"/>
          <a:stretch>
            <a:fillRect/>
          </a:stretch>
        </p:blipFill>
        <p:spPr>
          <a:xfrm>
            <a:off x="315476" y="1116749"/>
            <a:ext cx="4172615" cy="3076281"/>
          </a:xfrm>
          <a:prstGeom prst="rect">
            <a:avLst/>
          </a:prstGeom>
        </p:spPr>
      </p:pic>
      <p:pic>
        <p:nvPicPr>
          <p:cNvPr id="7" name="Picture 6" descr="Informative graphic on Know Thy Bonding Box showing: Know Thy Bonding Box." title="Know Thy Bonding Box Graphic">
            <a:extLst>
              <a:ext uri="{FF2B5EF4-FFF2-40B4-BE49-F238E27FC236}">
                <a16:creationId xmlns:a16="http://schemas.microsoft.com/office/drawing/2014/main" id="{06F14322-3323-DC55-FD7D-2C9EE71744EC}"/>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4629814" y="3168833"/>
            <a:ext cx="4198709" cy="3076282"/>
          </a:xfrm>
          <a:prstGeom prst="rect">
            <a:avLst/>
          </a:prstGeom>
        </p:spPr>
      </p:pic>
    </p:spTree>
    <p:extLst>
      <p:ext uri="{BB962C8B-B14F-4D97-AF65-F5344CB8AC3E}">
        <p14:creationId xmlns:p14="http://schemas.microsoft.com/office/powerpoint/2010/main" val="10273767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40" name="Google Shape;140;p22"/>
          <p:cNvSpPr txBox="1">
            <a:spLocks noGrp="1"/>
          </p:cNvSpPr>
          <p:nvPr>
            <p:ph type="title"/>
          </p:nvPr>
        </p:nvSpPr>
        <p:spPr>
          <a:xfrm>
            <a:off x="685800" y="907415"/>
            <a:ext cx="7772400" cy="4572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2"/>
              </a:buClr>
              <a:buFont typeface="Arial"/>
              <a:buNone/>
            </a:pPr>
            <a:r>
              <a:rPr lang="en-US" sz="3600" b="0" i="0" u="none" strike="noStrike" cap="none" dirty="0">
                <a:solidFill>
                  <a:schemeClr val="dk2"/>
                </a:solidFill>
                <a:latin typeface="Arial"/>
                <a:ea typeface="Arial"/>
                <a:cs typeface="Arial"/>
                <a:sym typeface="Arial"/>
              </a:rPr>
              <a:t>Techniques and Tools</a:t>
            </a:r>
            <a:endParaRPr lang="en-US" dirty="0"/>
          </a:p>
        </p:txBody>
      </p:sp>
      <p:sp>
        <p:nvSpPr>
          <p:cNvPr id="138" name="Google Shape;138;p22"/>
          <p:cNvSpPr txBox="1"/>
          <p:nvPr/>
        </p:nvSpPr>
        <p:spPr>
          <a:xfrm>
            <a:off x="914400" y="175369"/>
            <a:ext cx="6934200" cy="64135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800000"/>
              </a:buClr>
              <a:buFont typeface="Arial"/>
              <a:buNone/>
            </a:pPr>
            <a:r>
              <a:rPr lang="en-US" sz="3600" b="1" i="0" u="none" dirty="0">
                <a:solidFill>
                  <a:srgbClr val="800000"/>
                </a:solidFill>
                <a:latin typeface="Arial"/>
                <a:ea typeface="Arial"/>
                <a:cs typeface="Arial"/>
                <a:sym typeface="Arial"/>
              </a:rPr>
              <a:t>Arranging Objects in a Scene</a:t>
            </a:r>
            <a:endParaRPr lang="en-US" dirty="0"/>
          </a:p>
        </p:txBody>
      </p:sp>
      <p:sp>
        <p:nvSpPr>
          <p:cNvPr id="139" name="Google Shape;139;p22"/>
          <p:cNvSpPr txBox="1">
            <a:spLocks noGrp="1"/>
          </p:cNvSpPr>
          <p:nvPr>
            <p:ph type="body" idx="1"/>
          </p:nvPr>
        </p:nvSpPr>
        <p:spPr>
          <a:xfrm>
            <a:off x="136517" y="1440815"/>
            <a:ext cx="8169883" cy="35814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accent2"/>
              </a:buClr>
              <a:buSzPts val="3200"/>
              <a:buFont typeface="Arial"/>
              <a:buChar char="•"/>
            </a:pPr>
            <a:r>
              <a:rPr lang="en-US" sz="2800" b="0" i="0" u="none" strike="noStrike" cap="none" dirty="0">
                <a:solidFill>
                  <a:schemeClr val="accent2"/>
                </a:solidFill>
                <a:latin typeface="Arial"/>
                <a:ea typeface="Arial"/>
                <a:cs typeface="Arial"/>
                <a:sym typeface="Arial"/>
              </a:rPr>
              <a:t>Mouse</a:t>
            </a:r>
            <a:r>
              <a:rPr lang="en-US" sz="2800" b="0" i="0" u="none" strike="noStrike" cap="none" dirty="0">
                <a:solidFill>
                  <a:schemeClr val="dk1"/>
                </a:solidFill>
                <a:latin typeface="Arial"/>
                <a:ea typeface="Arial"/>
                <a:cs typeface="Arial"/>
                <a:sym typeface="Arial"/>
              </a:rPr>
              <a:t> is used to</a:t>
            </a:r>
            <a:endParaRPr lang="en-US" sz="2800" dirty="0"/>
          </a:p>
          <a:p>
            <a:pPr marL="742950" lvl="1" indent="-285750"/>
            <a:r>
              <a:rPr lang="en-US" b="0" i="0" u="none" strike="noStrike" cap="none" dirty="0">
                <a:solidFill>
                  <a:schemeClr val="dk1"/>
                </a:solidFill>
                <a:latin typeface="Arial"/>
                <a:ea typeface="Arial"/>
                <a:cs typeface="Arial"/>
                <a:sym typeface="Arial"/>
              </a:rPr>
              <a:t>position objects in the </a:t>
            </a:r>
            <a:r>
              <a:rPr lang="en-US" dirty="0"/>
              <a:t>scene, </a:t>
            </a:r>
            <a:r>
              <a:rPr lang="en-US" i="1" dirty="0">
                <a:solidFill>
                  <a:srgbClr val="A00000"/>
                </a:solidFill>
              </a:rPr>
              <a:t>approximately</a:t>
            </a:r>
            <a:r>
              <a:rPr lang="en-US" dirty="0"/>
              <a:t> </a:t>
            </a:r>
          </a:p>
          <a:p>
            <a:pPr marL="342900" lvl="0" indent="-342900">
              <a:buClr>
                <a:schemeClr val="accent2"/>
              </a:buClr>
            </a:pPr>
            <a:r>
              <a:rPr lang="en-US" sz="2800" dirty="0" err="1">
                <a:solidFill>
                  <a:schemeClr val="accent2"/>
                </a:solidFill>
              </a:rPr>
              <a:t>Quadview</a:t>
            </a:r>
            <a:r>
              <a:rPr lang="en-US" sz="2800" dirty="0"/>
              <a:t> in Scene Editor is used to</a:t>
            </a:r>
          </a:p>
          <a:p>
            <a:pPr marL="742950" lvl="1" indent="-285750"/>
            <a:r>
              <a:rPr lang="en-US" dirty="0"/>
              <a:t>position one object relative to other object(s)</a:t>
            </a:r>
          </a:p>
          <a:p>
            <a:pPr marL="342900" marR="0" lvl="0" indent="-342900" algn="l" rtl="0">
              <a:lnSpc>
                <a:spcPct val="100000"/>
              </a:lnSpc>
              <a:spcBef>
                <a:spcPts val="640"/>
              </a:spcBef>
              <a:spcAft>
                <a:spcPts val="0"/>
              </a:spcAft>
              <a:buClr>
                <a:schemeClr val="accent2"/>
              </a:buClr>
              <a:buSzPts val="3200"/>
              <a:buFont typeface="Arial"/>
              <a:buChar char="•"/>
            </a:pPr>
            <a:r>
              <a:rPr lang="en-US" sz="2800" b="0" i="0" u="none" strike="noStrike" cap="none" dirty="0">
                <a:solidFill>
                  <a:schemeClr val="accent2"/>
                </a:solidFill>
                <a:latin typeface="Arial"/>
                <a:ea typeface="Arial"/>
                <a:cs typeface="Arial"/>
                <a:sym typeface="Arial"/>
              </a:rPr>
              <a:t>Camera Navigation</a:t>
            </a:r>
            <a:r>
              <a:rPr lang="en-US" sz="2800" b="0" i="0" u="none" strike="noStrike" cap="none" dirty="0">
                <a:solidFill>
                  <a:schemeClr val="dk1"/>
                </a:solidFill>
                <a:latin typeface="Arial"/>
                <a:ea typeface="Arial"/>
                <a:cs typeface="Arial"/>
                <a:sym typeface="Arial"/>
              </a:rPr>
              <a:t> is used to</a:t>
            </a:r>
            <a:endParaRPr lang="en-US" sz="2800" dirty="0"/>
          </a:p>
          <a:p>
            <a:pPr marL="742950" marR="0" lvl="1" indent="-285750" algn="l" rtl="0">
              <a:lnSpc>
                <a:spcPct val="100000"/>
              </a:lnSpc>
              <a:spcBef>
                <a:spcPts val="560"/>
              </a:spcBef>
              <a:spcAft>
                <a:spcPts val="0"/>
              </a:spcAft>
              <a:buClr>
                <a:schemeClr val="dk1"/>
              </a:buClr>
              <a:buSzPts val="2800"/>
              <a:buFont typeface="Arial"/>
              <a:buChar char="–"/>
            </a:pPr>
            <a:r>
              <a:rPr lang="en-US" b="0" i="0" u="none" strike="noStrike" cap="none" dirty="0">
                <a:solidFill>
                  <a:schemeClr val="dk1"/>
                </a:solidFill>
                <a:latin typeface="Arial"/>
                <a:ea typeface="Arial"/>
                <a:cs typeface="Arial"/>
                <a:sym typeface="Arial"/>
              </a:rPr>
              <a:t>set the camera point of view</a:t>
            </a:r>
          </a:p>
          <a:p>
            <a:pPr marL="742950" marR="0" lvl="1" indent="-285750" algn="l" rtl="0">
              <a:lnSpc>
                <a:spcPct val="100000"/>
              </a:lnSpc>
              <a:spcBef>
                <a:spcPts val="560"/>
              </a:spcBef>
              <a:spcAft>
                <a:spcPts val="0"/>
              </a:spcAft>
              <a:buClr>
                <a:schemeClr val="dk1"/>
              </a:buClr>
              <a:buSzPts val="2800"/>
              <a:buFont typeface="Arial"/>
              <a:buChar char="–"/>
            </a:pPr>
            <a:r>
              <a:rPr lang="en-US" dirty="0"/>
              <a:t>Think of each camera as being on a tri-pod. One may use more than one cameras in a setting.</a:t>
            </a:r>
          </a:p>
          <a:p>
            <a:pPr marL="742950" marR="0" lvl="1" indent="-285750" algn="l" rtl="0">
              <a:lnSpc>
                <a:spcPct val="100000"/>
              </a:lnSpc>
              <a:spcBef>
                <a:spcPts val="560"/>
              </a:spcBef>
              <a:spcAft>
                <a:spcPts val="0"/>
              </a:spcAft>
              <a:buClr>
                <a:schemeClr val="dk1"/>
              </a:buClr>
              <a:buSzPts val="2800"/>
              <a:buFont typeface="Arial"/>
              <a:buChar char="–"/>
            </a:pPr>
            <a:r>
              <a:rPr lang="en-US" i="1" dirty="0"/>
              <a:t>DIY; try and see….</a:t>
            </a:r>
          </a:p>
        </p:txBody>
      </p:sp>
      <p:sp>
        <p:nvSpPr>
          <p:cNvPr id="141" name="Google Shape;141;p22">
            <a:extLst>
              <a:ext uri="{C183D7F6-B498-43B3-948B-1728B52AA6E4}">
                <adec:decorative xmlns:adec="http://schemas.microsoft.com/office/drawing/2017/decorative" val="1"/>
              </a:ext>
            </a:extLst>
          </p:cNvPr>
          <p:cNvSpPr/>
          <p:nvPr/>
        </p:nvSpPr>
        <p:spPr>
          <a:xfrm>
            <a:off x="7468650" y="0"/>
            <a:ext cx="1675500" cy="838200"/>
          </a:xfrm>
          <a:prstGeom prst="ellipse">
            <a:avLst/>
          </a:prstGeom>
          <a:solidFill>
            <a:schemeClr val="accen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Font typeface="Arial"/>
              <a:buNone/>
            </a:pPr>
            <a:r>
              <a:rPr lang="en-US" sz="1800" b="0" i="0" u="none" dirty="0">
                <a:solidFill>
                  <a:schemeClr val="dk1"/>
                </a:solidFill>
                <a:latin typeface="Arial"/>
                <a:ea typeface="Arial"/>
                <a:cs typeface="Arial"/>
                <a:sym typeface="Arial"/>
              </a:rPr>
              <a:t>Appendix</a:t>
            </a:r>
            <a:endParaRPr lang="en-US" dirty="0"/>
          </a:p>
          <a:p>
            <a:pPr marL="0" marR="0" lvl="0" indent="0" algn="ctr" rtl="0">
              <a:lnSpc>
                <a:spcPct val="100000"/>
              </a:lnSpc>
              <a:spcBef>
                <a:spcPts val="0"/>
              </a:spcBef>
              <a:spcAft>
                <a:spcPts val="0"/>
              </a:spcAft>
              <a:buClr>
                <a:schemeClr val="dk1"/>
              </a:buClr>
              <a:buFont typeface="Arial"/>
              <a:buNone/>
            </a:pPr>
            <a:r>
              <a:rPr lang="en-US" sz="1800" b="0" i="0" u="none" dirty="0">
                <a:solidFill>
                  <a:schemeClr val="dk1"/>
                </a:solidFill>
                <a:latin typeface="Arial"/>
                <a:ea typeface="Arial"/>
                <a:cs typeface="Arial"/>
                <a:sym typeface="Arial"/>
              </a:rPr>
              <a:t>A</a:t>
            </a:r>
            <a:endParaRPr lang="en-US" dirty="0"/>
          </a:p>
        </p:txBody>
      </p:sp>
      <p:pic>
        <p:nvPicPr>
          <p:cNvPr id="2" name="Picture 1" descr="Informative graphic on Techniques and Tools showing: Arranging Objects in a Scene; Mouse is used to&#10;position objects in the scene, approximately &#10;Quadview in Scene Editor is used to&#10;position one object relative to other object(s)&#10;Camera Navigation is used to&#10;set the camera point of view&#10;Think of each camera as being on a tri-pod. One may use more than one cameras in a setting.&#10;DIY; try and see….; Techniques and Tools." title="Techniques and Tools Graphic">
            <a:extLst>
              <a:ext uri="{FF2B5EF4-FFF2-40B4-BE49-F238E27FC236}">
                <a16:creationId xmlns:a16="http://schemas.microsoft.com/office/drawing/2014/main" id="{CA3CE1E9-6072-4762-966F-2F404EF77F21}"/>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8056285" y="4100830"/>
            <a:ext cx="803829" cy="1519772"/>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5253C-80D6-15C7-2453-398FEFC79EA8}"/>
              </a:ext>
            </a:extLst>
          </p:cNvPr>
          <p:cNvSpPr>
            <a:spLocks noGrp="1"/>
          </p:cNvSpPr>
          <p:nvPr>
            <p:ph type="title"/>
          </p:nvPr>
        </p:nvSpPr>
        <p:spPr>
          <a:xfrm>
            <a:off x="1109434" y="156765"/>
            <a:ext cx="6934200" cy="641350"/>
          </a:xfrm>
        </p:spPr>
        <p:txBody>
          <a:bodyPr/>
          <a:lstStyle/>
          <a:p>
            <a:r>
              <a:rPr lang="en-US" sz="3600" b="1" dirty="0">
                <a:solidFill>
                  <a:srgbClr val="000000"/>
                </a:solidFill>
                <a:latin typeface="Arial" panose="020B0604020202020204" pitchFamily="34" charset="0"/>
              </a:rPr>
              <a:t>Camera Control/Navigation</a:t>
            </a:r>
          </a:p>
        </p:txBody>
      </p:sp>
      <p:pic>
        <p:nvPicPr>
          <p:cNvPr id="10" name="Picture 9" descr="Informative graphic on Camera Control/Navigation showing: Mentioned briefly in Ch.3  &amp; App-A&#10;&#10;&#10;           Move camera up, down, left, right&#10;&#10;&#10;              Move forward (move near), backward (move away); Turn left, right (when stationary)&#10;&#10;&#10;        Tilt camera forward (look down) and backward (look up); Camera Control/Navigation." title="Camera Control/Navigation Graphic">
            <a:extLst>
              <a:ext uri="{FF2B5EF4-FFF2-40B4-BE49-F238E27FC236}">
                <a16:creationId xmlns:a16="http://schemas.microsoft.com/office/drawing/2014/main" id="{F2366C70-B4C5-D6DE-AC9F-516E44FE08AC}"/>
              </a:ext>
              <a:ext uri="{C183D7F6-B498-43B3-948B-1728B52AA6E4}">
                <adec:decorative xmlns:adec="http://schemas.microsoft.com/office/drawing/2017/decorative" val="0"/>
              </a:ext>
            </a:extLst>
          </p:cNvPr>
          <p:cNvPicPr>
            <a:picLocks noChangeAspect="1"/>
          </p:cNvPicPr>
          <p:nvPr/>
        </p:nvPicPr>
        <p:blipFill>
          <a:blip r:embed="rId2"/>
          <a:stretch>
            <a:fillRect/>
          </a:stretch>
        </p:blipFill>
        <p:spPr>
          <a:xfrm>
            <a:off x="447675" y="2236389"/>
            <a:ext cx="1189149" cy="943769"/>
          </a:xfrm>
          <a:prstGeom prst="rect">
            <a:avLst/>
          </a:prstGeom>
        </p:spPr>
      </p:pic>
      <p:pic>
        <p:nvPicPr>
          <p:cNvPr id="8" name="Picture 7" descr="Informative graphic on Camera Control/Navigation showing: Mentioned briefly in Ch.3  &amp; App-A&#10;&#10;&#10;           Move camera up, down, left, right&#10;&#10;&#10;              Move forward (move near), backward (move away); Turn left, right (when stationary)&#10;&#10;&#10;        Tilt camera forward (look down) and backward (look up); Camera Control/Navigation." title="Camera Control/Navigation Graphic">
            <a:extLst>
              <a:ext uri="{FF2B5EF4-FFF2-40B4-BE49-F238E27FC236}">
                <a16:creationId xmlns:a16="http://schemas.microsoft.com/office/drawing/2014/main" id="{B24477A1-C094-4885-EB69-A5E69F68245C}"/>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480274" y="1087040"/>
            <a:ext cx="3252489" cy="796528"/>
          </a:xfrm>
          <a:prstGeom prst="rect">
            <a:avLst/>
          </a:prstGeom>
        </p:spPr>
      </p:pic>
      <p:sp>
        <p:nvSpPr>
          <p:cNvPr id="3" name="Text Placeholder 2">
            <a:extLst>
              <a:ext uri="{FF2B5EF4-FFF2-40B4-BE49-F238E27FC236}">
                <a16:creationId xmlns:a16="http://schemas.microsoft.com/office/drawing/2014/main" id="{21C4CB3C-A909-61F1-E82E-DF9225E7C383}"/>
              </a:ext>
            </a:extLst>
          </p:cNvPr>
          <p:cNvSpPr>
            <a:spLocks noGrp="1"/>
          </p:cNvSpPr>
          <p:nvPr>
            <p:ph type="body" idx="1"/>
          </p:nvPr>
        </p:nvSpPr>
        <p:spPr>
          <a:xfrm>
            <a:off x="172224" y="866776"/>
            <a:ext cx="9104948" cy="5064125"/>
          </a:xfrm>
        </p:spPr>
        <p:txBody>
          <a:bodyPr/>
          <a:lstStyle/>
          <a:p>
            <a:r>
              <a:rPr lang="en-US" sz="2400" dirty="0"/>
              <a:t>                                     Mentioned briefly in Ch.3  &amp; App-A</a:t>
            </a:r>
          </a:p>
          <a:p>
            <a:endParaRPr lang="en-US" sz="2400" dirty="0"/>
          </a:p>
          <a:p>
            <a:pPr marL="25400" indent="0">
              <a:buNone/>
            </a:pPr>
            <a:endParaRPr lang="en-US" sz="2400" dirty="0"/>
          </a:p>
          <a:p>
            <a:r>
              <a:rPr lang="en-US" sz="2400" dirty="0"/>
              <a:t>           </a:t>
            </a:r>
            <a:r>
              <a:rPr lang="en-US" sz="2400" b="1" dirty="0"/>
              <a:t>Move</a:t>
            </a:r>
            <a:r>
              <a:rPr lang="en-US" sz="2400" dirty="0"/>
              <a:t> camera up, down, left, right</a:t>
            </a:r>
          </a:p>
          <a:p>
            <a:endParaRPr lang="en-US" sz="2400" dirty="0"/>
          </a:p>
          <a:p>
            <a:endParaRPr lang="en-US" sz="2400" dirty="0"/>
          </a:p>
          <a:p>
            <a:r>
              <a:rPr lang="en-US" sz="2400" dirty="0"/>
              <a:t>              </a:t>
            </a:r>
            <a:r>
              <a:rPr lang="en-US" sz="2400" b="1" dirty="0"/>
              <a:t>Move</a:t>
            </a:r>
            <a:r>
              <a:rPr lang="en-US" sz="2400" dirty="0"/>
              <a:t> forward (move near), backward (move away); </a:t>
            </a:r>
            <a:r>
              <a:rPr lang="en-US" sz="2400" b="1" dirty="0"/>
              <a:t>Turn</a:t>
            </a:r>
            <a:r>
              <a:rPr lang="en-US" sz="2400" dirty="0"/>
              <a:t> left, right (when stationary)</a:t>
            </a:r>
          </a:p>
          <a:p>
            <a:endParaRPr lang="en-US" sz="2400" dirty="0"/>
          </a:p>
          <a:p>
            <a:endParaRPr lang="en-US" sz="2400" dirty="0"/>
          </a:p>
          <a:p>
            <a:r>
              <a:rPr lang="en-US" sz="2400" dirty="0"/>
              <a:t>        </a:t>
            </a:r>
            <a:r>
              <a:rPr lang="en-US" sz="2400" b="1" dirty="0"/>
              <a:t>Tilt</a:t>
            </a:r>
            <a:r>
              <a:rPr lang="en-US" sz="2400" dirty="0"/>
              <a:t> camera forward (look down) and backward (look up)</a:t>
            </a:r>
          </a:p>
          <a:p>
            <a:endParaRPr lang="en-US" sz="2400" dirty="0"/>
          </a:p>
          <a:p>
            <a:pPr marL="25400" indent="0">
              <a:buNone/>
            </a:pPr>
            <a:endParaRPr lang="en-US" sz="2400" dirty="0"/>
          </a:p>
          <a:p>
            <a:endParaRPr lang="en-US" sz="2400" dirty="0"/>
          </a:p>
          <a:p>
            <a:endParaRPr lang="en-US" sz="2400" dirty="0"/>
          </a:p>
          <a:p>
            <a:endParaRPr lang="en-US" sz="2400" dirty="0"/>
          </a:p>
          <a:p>
            <a:endParaRPr lang="en-US" sz="2400" dirty="0"/>
          </a:p>
        </p:txBody>
      </p:sp>
      <p:pic>
        <p:nvPicPr>
          <p:cNvPr id="12" name="Picture 11" descr="Informative graphic on Camera Control/Navigation showing: Mentioned briefly in Ch.3  &amp; App-A&#10;&#10;&#10;           Move camera up, down, left, right&#10;&#10;&#10;              Move forward (move near), backward (move away); Turn left, right (when stationary)&#10;&#10;&#10;        Tilt camera forward (look down) and backward (look up); Camera Control/Navigation." title="Camera Control/Navigation Graphic">
            <a:extLst>
              <a:ext uri="{FF2B5EF4-FFF2-40B4-BE49-F238E27FC236}">
                <a16:creationId xmlns:a16="http://schemas.microsoft.com/office/drawing/2014/main" id="{8AF78D06-8312-A5AE-B71F-6B224CAC61AE}"/>
              </a:ext>
              <a:ext uri="{C183D7F6-B498-43B3-948B-1728B52AA6E4}">
                <adec:decorative xmlns:adec="http://schemas.microsoft.com/office/drawing/2017/decorative" val="0"/>
              </a:ext>
            </a:extLst>
          </p:cNvPr>
          <p:cNvPicPr>
            <a:picLocks noChangeAspect="1"/>
          </p:cNvPicPr>
          <p:nvPr/>
        </p:nvPicPr>
        <p:blipFill>
          <a:blip r:embed="rId4"/>
          <a:stretch>
            <a:fillRect/>
          </a:stretch>
        </p:blipFill>
        <p:spPr>
          <a:xfrm>
            <a:off x="447675" y="3435351"/>
            <a:ext cx="1323519" cy="680244"/>
          </a:xfrm>
          <a:prstGeom prst="rect">
            <a:avLst/>
          </a:prstGeom>
        </p:spPr>
      </p:pic>
      <p:pic>
        <p:nvPicPr>
          <p:cNvPr id="14" name="Picture 13" descr="Informative graphic on Camera Control/Navigation showing: Mentioned briefly in Ch.3  &amp; App-A&#10;&#10;&#10;           Move camera up, down, left, right&#10;&#10;&#10;              Move forward (move near), backward (move away); Turn left, right (when stationary)&#10;&#10;&#10;        Tilt camera forward (look down) and backward (look up); Camera Control/Navigation." title="Camera Control/Navigation Graphic">
            <a:extLst>
              <a:ext uri="{FF2B5EF4-FFF2-40B4-BE49-F238E27FC236}">
                <a16:creationId xmlns:a16="http://schemas.microsoft.com/office/drawing/2014/main" id="{77B4591D-C1BA-7E42-7693-F0E074DF1DF7}"/>
              </a:ext>
              <a:ext uri="{C183D7F6-B498-43B3-948B-1728B52AA6E4}">
                <adec:decorative xmlns:adec="http://schemas.microsoft.com/office/drawing/2017/decorative" val="0"/>
              </a:ext>
            </a:extLst>
          </p:cNvPr>
          <p:cNvPicPr>
            <a:picLocks noChangeAspect="1"/>
          </p:cNvPicPr>
          <p:nvPr/>
        </p:nvPicPr>
        <p:blipFill>
          <a:blip r:embed="rId5"/>
          <a:stretch>
            <a:fillRect/>
          </a:stretch>
        </p:blipFill>
        <p:spPr>
          <a:xfrm>
            <a:off x="480274" y="4940301"/>
            <a:ext cx="809625" cy="990600"/>
          </a:xfrm>
          <a:prstGeom prst="rect">
            <a:avLst/>
          </a:prstGeom>
        </p:spPr>
      </p:pic>
    </p:spTree>
    <p:extLst>
      <p:ext uri="{BB962C8B-B14F-4D97-AF65-F5344CB8AC3E}">
        <p14:creationId xmlns:p14="http://schemas.microsoft.com/office/powerpoint/2010/main" val="193575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2" name="Title 1">
            <a:extLst>
              <a:ext uri="{FF2B5EF4-FFF2-40B4-BE49-F238E27FC236}">
                <a16:creationId xmlns:a16="http://schemas.microsoft.com/office/drawing/2014/main" id="{E1205DB5-0590-DC14-F7FB-A72B319141CB}"/>
              </a:ext>
            </a:extLst>
          </p:cNvPr>
          <p:cNvSpPr>
            <a:spLocks noGrp="1"/>
          </p:cNvSpPr>
          <p:nvPr>
            <p:ph type="title"/>
          </p:nvPr>
        </p:nvSpPr>
        <p:spPr>
          <a:xfrm>
            <a:off x="-80010" y="0"/>
            <a:ext cx="7967980" cy="1190625"/>
          </a:xfrm>
        </p:spPr>
        <p:txBody>
          <a:bodyPr/>
          <a:lstStyle/>
          <a:p>
            <a:r>
              <a:rPr lang="en-US" sz="2400" b="1" dirty="0">
                <a:solidFill>
                  <a:srgbClr val="000000"/>
                </a:solidFill>
                <a:latin typeface="Arial" panose="020B0604020202020204" pitchFamily="34" charset="0"/>
              </a:rPr>
              <a:t>Getting Started (Part 2)</a:t>
            </a:r>
            <a:br>
              <a:rPr lang="en-US" sz="2400" b="1" dirty="0">
                <a:solidFill>
                  <a:srgbClr val="000000"/>
                </a:solidFill>
                <a:latin typeface="Arial" panose="020B0604020202020204" pitchFamily="34" charset="0"/>
              </a:rPr>
            </a:br>
            <a:r>
              <a:rPr lang="en-US" sz="2400" b="1" dirty="0">
                <a:solidFill>
                  <a:srgbClr val="000000"/>
                </a:solidFill>
                <a:latin typeface="Arial" panose="020B0604020202020204" pitchFamily="34" charset="0"/>
              </a:rPr>
              <a:t>Using Popup Menu to Create an Initial Scene</a:t>
            </a:r>
          </a:p>
        </p:txBody>
      </p:sp>
      <p:sp>
        <p:nvSpPr>
          <p:cNvPr id="157" name="Google Shape;157;p24"/>
          <p:cNvSpPr txBox="1">
            <a:spLocks noGrp="1"/>
          </p:cNvSpPr>
          <p:nvPr>
            <p:ph type="body" idx="1"/>
          </p:nvPr>
        </p:nvSpPr>
        <p:spPr>
          <a:xfrm>
            <a:off x="512480" y="1104900"/>
            <a:ext cx="8283000" cy="46482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80000"/>
              </a:lnSpc>
              <a:spcBef>
                <a:spcPts val="0"/>
              </a:spcBef>
              <a:spcAft>
                <a:spcPts val="0"/>
              </a:spcAft>
              <a:buClr>
                <a:schemeClr val="dk1"/>
              </a:buClr>
              <a:buSzPts val="2800"/>
              <a:buFont typeface="Arial"/>
              <a:buChar char="•"/>
            </a:pPr>
            <a:r>
              <a:rPr lang="en-US" sz="2800" b="0" i="0" u="none" strike="noStrike" cap="none" dirty="0">
                <a:solidFill>
                  <a:schemeClr val="dk1"/>
                </a:solidFill>
                <a:latin typeface="Arial"/>
                <a:ea typeface="Arial"/>
                <a:cs typeface="Arial"/>
                <a:sym typeface="Arial"/>
              </a:rPr>
              <a:t>We have learned to use mouse control to arrange objects in a scene.</a:t>
            </a:r>
            <a:endParaRPr lang="en-US" dirty="0"/>
          </a:p>
          <a:p>
            <a:pPr marL="342900" marR="0" lvl="0" indent="-342900" algn="l" rtl="0">
              <a:lnSpc>
                <a:spcPct val="80000"/>
              </a:lnSpc>
              <a:spcBef>
                <a:spcPts val="1120"/>
              </a:spcBef>
              <a:spcAft>
                <a:spcPts val="0"/>
              </a:spcAft>
              <a:buClr>
                <a:schemeClr val="dk1"/>
              </a:buClr>
              <a:buSzPts val="2800"/>
              <a:buFont typeface="Arial"/>
              <a:buChar char="•"/>
            </a:pPr>
            <a:r>
              <a:rPr lang="en-US" sz="2800" b="0" i="0" u="none" strike="noStrike" cap="none" dirty="0">
                <a:solidFill>
                  <a:schemeClr val="dk1"/>
                </a:solidFill>
                <a:latin typeface="Arial"/>
                <a:ea typeface="Arial"/>
                <a:cs typeface="Arial"/>
                <a:sym typeface="Arial"/>
              </a:rPr>
              <a:t>We will learn </a:t>
            </a:r>
            <a:r>
              <a:rPr lang="en-US" sz="2800" b="1" i="0" u="none" strike="noStrike" cap="none" dirty="0">
                <a:solidFill>
                  <a:schemeClr val="accent2"/>
                </a:solidFill>
                <a:highlight>
                  <a:srgbClr val="FFFF00"/>
                </a:highlight>
                <a:latin typeface="Arial"/>
                <a:ea typeface="Arial"/>
                <a:cs typeface="Arial"/>
                <a:sym typeface="Arial"/>
              </a:rPr>
              <a:t>methods</a:t>
            </a:r>
            <a:r>
              <a:rPr lang="en-US" sz="2800" b="0" i="0" u="none" strike="noStrike" cap="none" dirty="0">
                <a:solidFill>
                  <a:schemeClr val="dk1"/>
                </a:solidFill>
                <a:latin typeface="Arial"/>
                <a:ea typeface="Arial"/>
                <a:cs typeface="Arial"/>
                <a:sym typeface="Arial"/>
              </a:rPr>
              <a:t> to work with an object in setting up a scene </a:t>
            </a:r>
            <a:r>
              <a:rPr lang="en-US" sz="2800" b="0" i="0" u="none" strike="noStrike" cap="none" dirty="0">
                <a:solidFill>
                  <a:srgbClr val="A00000"/>
                </a:solidFill>
                <a:sym typeface="Arial"/>
              </a:rPr>
              <a:t>with more precision than mouse control.</a:t>
            </a:r>
            <a:endParaRPr lang="en-US" dirty="0">
              <a:solidFill>
                <a:srgbClr val="A00000"/>
              </a:solidFill>
            </a:endParaRPr>
          </a:p>
          <a:p>
            <a:pPr marL="342900" marR="0" lvl="0" indent="-342900" algn="l" rtl="0">
              <a:lnSpc>
                <a:spcPct val="80000"/>
              </a:lnSpc>
              <a:spcBef>
                <a:spcPts val="1120"/>
              </a:spcBef>
              <a:spcAft>
                <a:spcPts val="0"/>
              </a:spcAft>
              <a:buClr>
                <a:schemeClr val="dk1"/>
              </a:buClr>
              <a:buSzPts val="2800"/>
              <a:buFont typeface="Arial"/>
              <a:buChar char="•"/>
            </a:pPr>
            <a:r>
              <a:rPr lang="en-US" sz="2800" b="0" i="0" u="none" strike="noStrike" cap="none" dirty="0">
                <a:solidFill>
                  <a:schemeClr val="dk1"/>
                </a:solidFill>
                <a:highlight>
                  <a:srgbClr val="FFFF00"/>
                </a:highlight>
                <a:latin typeface="Arial"/>
                <a:ea typeface="Arial"/>
                <a:cs typeface="Arial"/>
                <a:sym typeface="Arial"/>
              </a:rPr>
              <a:t>A Method is a group of instructions</a:t>
            </a:r>
            <a:endParaRPr lang="en-US" dirty="0">
              <a:highlight>
                <a:srgbClr val="FFFF00"/>
              </a:highlight>
            </a:endParaRPr>
          </a:p>
          <a:p>
            <a:pPr marL="342900" marR="0" lvl="0" indent="-342900" algn="l" rtl="0">
              <a:lnSpc>
                <a:spcPct val="80000"/>
              </a:lnSpc>
              <a:spcBef>
                <a:spcPts val="1120"/>
              </a:spcBef>
              <a:spcAft>
                <a:spcPts val="0"/>
              </a:spcAft>
              <a:buClr>
                <a:schemeClr val="dk1"/>
              </a:buClr>
              <a:buSzPts val="2800"/>
              <a:buFont typeface="Arial"/>
              <a:buChar char="•"/>
            </a:pPr>
            <a:r>
              <a:rPr lang="en-US" sz="2800" b="0" i="0" u="none" strike="noStrike" cap="none" dirty="0">
                <a:solidFill>
                  <a:schemeClr val="dk1"/>
                </a:solidFill>
                <a:latin typeface="Arial"/>
                <a:ea typeface="Arial"/>
                <a:cs typeface="Arial"/>
                <a:sym typeface="Arial"/>
              </a:rPr>
              <a:t>Alice provides many </a:t>
            </a:r>
            <a:r>
              <a:rPr lang="en-US" sz="2800" b="1" i="0" u="none" strike="noStrike" cap="none" dirty="0">
                <a:solidFill>
                  <a:schemeClr val="dk1"/>
                </a:solidFill>
                <a:highlight>
                  <a:srgbClr val="FFFF00"/>
                </a:highlight>
                <a:latin typeface="Arial"/>
                <a:ea typeface="Arial"/>
                <a:cs typeface="Arial"/>
                <a:sym typeface="Arial"/>
              </a:rPr>
              <a:t>already built-in </a:t>
            </a:r>
            <a:r>
              <a:rPr lang="en-US" sz="2800" b="0" i="0" u="none" strike="noStrike" cap="none" dirty="0">
                <a:solidFill>
                  <a:schemeClr val="dk1"/>
                </a:solidFill>
                <a:highlight>
                  <a:srgbClr val="FFFF00"/>
                </a:highlight>
                <a:latin typeface="Arial"/>
                <a:ea typeface="Arial"/>
                <a:cs typeface="Arial"/>
                <a:sym typeface="Arial"/>
              </a:rPr>
              <a:t>methods </a:t>
            </a:r>
            <a:r>
              <a:rPr lang="en-US" sz="2800" b="0" i="0" u="none" strike="noStrike" cap="none" dirty="0">
                <a:solidFill>
                  <a:schemeClr val="dk1"/>
                </a:solidFill>
                <a:latin typeface="Arial"/>
                <a:ea typeface="Arial"/>
                <a:cs typeface="Arial"/>
                <a:sym typeface="Arial"/>
              </a:rPr>
              <a:t>that can be used to adjust the size and position of objects, etc. </a:t>
            </a:r>
            <a:r>
              <a:rPr lang="en-US" sz="2800" dirty="0">
                <a:solidFill>
                  <a:srgbClr val="A00000"/>
                </a:solidFill>
                <a:latin typeface="Arial"/>
                <a:ea typeface="Arial"/>
                <a:cs typeface="Arial"/>
              </a:rPr>
              <a:t>to </a:t>
            </a:r>
            <a:r>
              <a:rPr lang="en-US" sz="2800" dirty="0">
                <a:solidFill>
                  <a:srgbClr val="A00000"/>
                </a:solidFill>
              </a:rPr>
              <a:t>increase</a:t>
            </a:r>
            <a:r>
              <a:rPr lang="en-US" sz="2800" b="0" i="0" u="none" strike="noStrike" cap="none" dirty="0">
                <a:solidFill>
                  <a:srgbClr val="A00000"/>
                </a:solidFill>
                <a:sym typeface="Arial"/>
              </a:rPr>
              <a:t> precision, and the resultant image </a:t>
            </a:r>
            <a:r>
              <a:rPr lang="en-US" sz="2800" dirty="0">
                <a:solidFill>
                  <a:srgbClr val="A00000"/>
                </a:solidFill>
              </a:rPr>
              <a:t>can be</a:t>
            </a:r>
            <a:r>
              <a:rPr lang="en-US" sz="2800" b="0" i="0" u="none" strike="noStrike" cap="none" dirty="0">
                <a:solidFill>
                  <a:srgbClr val="A00000"/>
                </a:solidFill>
                <a:sym typeface="Arial"/>
              </a:rPr>
              <a:t> </a:t>
            </a:r>
            <a:r>
              <a:rPr lang="en-US" sz="2800" dirty="0">
                <a:solidFill>
                  <a:srgbClr val="A00000"/>
                </a:solidFill>
              </a:rPr>
              <a:t>more spiffy and </a:t>
            </a:r>
            <a:r>
              <a:rPr lang="en-US" sz="2800" b="0" i="0" u="none" strike="noStrike" cap="none" dirty="0">
                <a:solidFill>
                  <a:srgbClr val="A00000"/>
                </a:solidFill>
                <a:sym typeface="Arial"/>
              </a:rPr>
              <a:t>sharper</a:t>
            </a:r>
            <a:endParaRPr lang="en-US" dirty="0">
              <a:solidFill>
                <a:srgbClr val="A00000"/>
              </a:solidFill>
            </a:endParaRPr>
          </a:p>
          <a:p>
            <a:pPr marL="342900" marR="0" lvl="0" indent="-342900" algn="l" rtl="0">
              <a:lnSpc>
                <a:spcPct val="80000"/>
              </a:lnSpc>
              <a:spcBef>
                <a:spcPts val="1120"/>
              </a:spcBef>
              <a:spcAft>
                <a:spcPts val="0"/>
              </a:spcAft>
              <a:buClr>
                <a:schemeClr val="dk1"/>
              </a:buClr>
              <a:buSzPts val="2800"/>
              <a:buFont typeface="Arial"/>
              <a:buChar char="•"/>
            </a:pPr>
            <a:r>
              <a:rPr lang="en-US" sz="2800" b="0" i="0" u="none" strike="noStrike" cap="none" dirty="0">
                <a:solidFill>
                  <a:schemeClr val="dk1"/>
                </a:solidFill>
                <a:latin typeface="Arial"/>
                <a:ea typeface="Arial"/>
                <a:cs typeface="Arial"/>
                <a:sym typeface="Arial"/>
              </a:rPr>
              <a:t>Right-click on the object in the </a:t>
            </a:r>
            <a:r>
              <a:rPr lang="en-US" sz="2800" b="0" i="0" u="none" strike="noStrike" cap="none" dirty="0">
                <a:solidFill>
                  <a:srgbClr val="A00000"/>
                </a:solidFill>
                <a:latin typeface="Arial"/>
                <a:ea typeface="Arial"/>
                <a:cs typeface="Arial"/>
                <a:sym typeface="Arial"/>
              </a:rPr>
              <a:t>Object tree</a:t>
            </a:r>
            <a:r>
              <a:rPr lang="en-US" sz="2800" b="0" i="0" u="none" strike="noStrike" cap="none" dirty="0">
                <a:solidFill>
                  <a:schemeClr val="dk1"/>
                </a:solidFill>
                <a:latin typeface="Arial"/>
                <a:ea typeface="Arial"/>
                <a:cs typeface="Arial"/>
                <a:sym typeface="Arial"/>
              </a:rPr>
              <a:t>; click “method” and then choose the </a:t>
            </a:r>
            <a:r>
              <a:rPr lang="en-US" sz="2800" dirty="0"/>
              <a:t>desired</a:t>
            </a:r>
            <a:r>
              <a:rPr lang="en-US" sz="2800" b="0" i="0" u="none" strike="noStrike" cap="none" dirty="0">
                <a:solidFill>
                  <a:schemeClr val="dk1"/>
                </a:solidFill>
                <a:latin typeface="Arial"/>
                <a:ea typeface="Arial"/>
                <a:cs typeface="Arial"/>
                <a:sym typeface="Arial"/>
              </a:rPr>
              <a:t> built-in method ...</a:t>
            </a:r>
            <a:endParaRPr lang="en-US" dirty="0"/>
          </a:p>
        </p:txBody>
      </p:sp>
      <p:sp>
        <p:nvSpPr>
          <p:cNvPr id="158" name="Google Shape;158;p24"/>
          <p:cNvSpPr/>
          <p:nvPr/>
        </p:nvSpPr>
        <p:spPr>
          <a:xfrm>
            <a:off x="7696200" y="0"/>
            <a:ext cx="1447800" cy="838200"/>
          </a:xfrm>
          <a:prstGeom prst="ellipse">
            <a:avLst/>
          </a:prstGeom>
          <a:solidFill>
            <a:schemeClr val="accen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Font typeface="Arial"/>
              <a:buNone/>
            </a:pPr>
            <a:r>
              <a:rPr lang="en-US" sz="1200" b="0" i="0" u="none" dirty="0">
                <a:solidFill>
                  <a:schemeClr val="dk1"/>
                </a:solidFill>
                <a:latin typeface="Arial"/>
                <a:ea typeface="Arial"/>
                <a:cs typeface="Arial"/>
                <a:sym typeface="Arial"/>
              </a:rPr>
              <a:t>Appendix</a:t>
            </a:r>
            <a:r>
              <a:rPr lang="en-US" sz="1200" dirty="0"/>
              <a:t> </a:t>
            </a:r>
            <a:r>
              <a:rPr lang="en-US" sz="1200" b="0" i="0" u="none" dirty="0">
                <a:solidFill>
                  <a:schemeClr val="dk1"/>
                </a:solidFill>
                <a:latin typeface="Arial"/>
                <a:ea typeface="Arial"/>
                <a:cs typeface="Arial"/>
                <a:sym typeface="Arial"/>
              </a:rPr>
              <a:t>A ,</a:t>
            </a:r>
          </a:p>
          <a:p>
            <a:pPr marL="0" marR="0" lvl="0" indent="0" algn="ctr" rtl="0">
              <a:lnSpc>
                <a:spcPct val="100000"/>
              </a:lnSpc>
              <a:spcBef>
                <a:spcPts val="0"/>
              </a:spcBef>
              <a:spcAft>
                <a:spcPts val="0"/>
              </a:spcAft>
              <a:buClr>
                <a:schemeClr val="dk1"/>
              </a:buClr>
              <a:buFont typeface="Arial"/>
              <a:buNone/>
            </a:pPr>
            <a:r>
              <a:rPr lang="en-US" sz="1200" b="0" i="0" u="none" dirty="0">
                <a:solidFill>
                  <a:schemeClr val="dk1"/>
                </a:solidFill>
                <a:latin typeface="Arial"/>
                <a:ea typeface="Arial"/>
                <a:cs typeface="Arial"/>
                <a:sym typeface="Arial"/>
              </a:rPr>
              <a:t> P. 345</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2" name="Title 1">
            <a:extLst>
              <a:ext uri="{FF2B5EF4-FFF2-40B4-BE49-F238E27FC236}">
                <a16:creationId xmlns:a16="http://schemas.microsoft.com/office/drawing/2014/main" id="{824CBD4F-653B-BE9D-5DBA-90A6A1425580}"/>
              </a:ext>
            </a:extLst>
          </p:cNvPr>
          <p:cNvSpPr>
            <a:spLocks noGrp="1"/>
          </p:cNvSpPr>
          <p:nvPr>
            <p:ph type="title"/>
          </p:nvPr>
        </p:nvSpPr>
        <p:spPr>
          <a:xfrm>
            <a:off x="1828800" y="304800"/>
            <a:ext cx="5334000" cy="641350"/>
          </a:xfrm>
        </p:spPr>
        <p:txBody>
          <a:bodyPr/>
          <a:lstStyle/>
          <a:p>
            <a:r>
              <a:rPr lang="en-US" sz="2800" b="1" dirty="0">
                <a:solidFill>
                  <a:srgbClr val="000000"/>
                </a:solidFill>
                <a:latin typeface="Arial" panose="020B0604020202020204" pitchFamily="34" charset="0"/>
              </a:rPr>
              <a:t>Saving a World (file)</a:t>
            </a:r>
          </a:p>
        </p:txBody>
      </p:sp>
      <p:sp>
        <p:nvSpPr>
          <p:cNvPr id="164" name="Google Shape;164;p25"/>
          <p:cNvSpPr txBox="1">
            <a:spLocks noGrp="1"/>
          </p:cNvSpPr>
          <p:nvPr>
            <p:ph type="body" idx="1"/>
          </p:nvPr>
        </p:nvSpPr>
        <p:spPr>
          <a:xfrm>
            <a:off x="72258" y="838200"/>
            <a:ext cx="8847083" cy="52578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800"/>
              <a:buFont typeface="Arial"/>
              <a:buChar char="•"/>
            </a:pPr>
            <a:r>
              <a:rPr lang="en-US" sz="2000" b="1" i="0" u="none" strike="noStrike" cap="none" dirty="0">
                <a:solidFill>
                  <a:schemeClr val="dk1"/>
                </a:solidFill>
                <a:latin typeface="Arial"/>
                <a:ea typeface="Arial"/>
                <a:cs typeface="Arial"/>
                <a:sym typeface="Arial"/>
              </a:rPr>
              <a:t>Writing</a:t>
            </a:r>
            <a:r>
              <a:rPr lang="en-US" sz="2000" b="0" i="0" u="none" strike="noStrike" cap="none" dirty="0">
                <a:solidFill>
                  <a:schemeClr val="dk1"/>
                </a:solidFill>
                <a:latin typeface="Arial"/>
                <a:ea typeface="Arial"/>
                <a:cs typeface="Arial"/>
                <a:sym typeface="Arial"/>
              </a:rPr>
              <a:t> and </a:t>
            </a:r>
            <a:r>
              <a:rPr lang="en-US" sz="2000" b="1" i="0" u="none" strike="noStrike" cap="none" dirty="0">
                <a:solidFill>
                  <a:schemeClr val="dk1"/>
                </a:solidFill>
                <a:latin typeface="Arial"/>
                <a:ea typeface="Arial"/>
                <a:cs typeface="Arial"/>
                <a:sym typeface="Arial"/>
              </a:rPr>
              <a:t>testing</a:t>
            </a:r>
            <a:r>
              <a:rPr lang="en-US" sz="2000" b="0" i="0" u="none" strike="noStrike" cap="none" dirty="0">
                <a:solidFill>
                  <a:schemeClr val="dk1"/>
                </a:solidFill>
                <a:latin typeface="Arial"/>
                <a:ea typeface="Arial"/>
                <a:cs typeface="Arial"/>
                <a:sym typeface="Arial"/>
              </a:rPr>
              <a:t> an animation program is an intense load on the computing system – a program crash can occur.</a:t>
            </a:r>
            <a:endParaRPr lang="en-US" sz="2000" dirty="0"/>
          </a:p>
          <a:p>
            <a:pPr marL="342900" marR="0" lvl="0" indent="-342900" algn="l" rtl="0">
              <a:lnSpc>
                <a:spcPct val="100000"/>
              </a:lnSpc>
              <a:spcBef>
                <a:spcPts val="560"/>
              </a:spcBef>
              <a:spcAft>
                <a:spcPts val="0"/>
              </a:spcAft>
              <a:buClr>
                <a:schemeClr val="dk1"/>
              </a:buClr>
              <a:buSzPts val="2800"/>
              <a:buFont typeface="Arial"/>
              <a:buChar char="•"/>
            </a:pPr>
            <a:r>
              <a:rPr lang="en-US" sz="2000" b="0" i="0" u="none" strike="noStrike" cap="none" dirty="0">
                <a:solidFill>
                  <a:schemeClr val="dk1"/>
                </a:solidFill>
                <a:latin typeface="Arial"/>
                <a:ea typeface="Arial"/>
                <a:cs typeface="Arial"/>
                <a:sym typeface="Arial"/>
              </a:rPr>
              <a:t>File </a:t>
            </a:r>
            <a:r>
              <a:rPr lang="en-US" sz="2000" dirty="0">
                <a:sym typeface="Wingdings" panose="05000000000000000000" pitchFamily="2" charset="2"/>
              </a:rPr>
              <a:t></a:t>
            </a:r>
            <a:r>
              <a:rPr lang="en-US" sz="2000" b="0" i="0" u="none" strike="noStrike" cap="none" dirty="0">
                <a:solidFill>
                  <a:schemeClr val="dk1"/>
                </a:solidFill>
                <a:latin typeface="Arial"/>
                <a:ea typeface="Arial"/>
                <a:cs typeface="Arial"/>
                <a:sym typeface="Arial"/>
              </a:rPr>
              <a:t> Save World</a:t>
            </a:r>
          </a:p>
          <a:p>
            <a:pPr marL="800100" lvl="1" indent="-342900">
              <a:buFont typeface="Arial"/>
              <a:buChar char="•"/>
            </a:pPr>
            <a:r>
              <a:rPr lang="en-US" sz="2000" i="1" dirty="0">
                <a:solidFill>
                  <a:srgbClr val="A00000"/>
                </a:solidFill>
              </a:rPr>
              <a:t>Save as </a:t>
            </a:r>
            <a:r>
              <a:rPr lang="en-US" sz="2000" dirty="0"/>
              <a:t>where file name extension is </a:t>
            </a:r>
            <a:r>
              <a:rPr lang="en-US" sz="2000" dirty="0">
                <a:highlight>
                  <a:srgbClr val="FFFF00"/>
                </a:highlight>
              </a:rPr>
              <a:t>*.</a:t>
            </a:r>
            <a:r>
              <a:rPr lang="en-US" sz="2000" dirty="0">
                <a:solidFill>
                  <a:srgbClr val="A00000"/>
                </a:solidFill>
                <a:highlight>
                  <a:srgbClr val="FFFF00"/>
                </a:highlight>
              </a:rPr>
              <a:t>a2w </a:t>
            </a:r>
          </a:p>
          <a:p>
            <a:pPr marL="1257300" lvl="2" indent="-342900"/>
            <a:r>
              <a:rPr lang="en-US" sz="2000" dirty="0">
                <a:solidFill>
                  <a:srgbClr val="A00000"/>
                </a:solidFill>
              </a:rPr>
              <a:t>a2 </a:t>
            </a:r>
            <a:r>
              <a:rPr lang="en-US" sz="2000" dirty="0">
                <a:solidFill>
                  <a:schemeClr val="tx1"/>
                </a:solidFill>
              </a:rPr>
              <a:t>for </a:t>
            </a:r>
            <a:r>
              <a:rPr lang="en-US" sz="2000" u="sng" dirty="0">
                <a:solidFill>
                  <a:schemeClr val="tx1"/>
                </a:solidFill>
              </a:rPr>
              <a:t>A</a:t>
            </a:r>
            <a:r>
              <a:rPr lang="en-US" sz="2000" dirty="0">
                <a:solidFill>
                  <a:schemeClr val="tx1"/>
                </a:solidFill>
              </a:rPr>
              <a:t>lice</a:t>
            </a:r>
            <a:r>
              <a:rPr lang="en-US" sz="2000" u="sng" dirty="0">
                <a:solidFill>
                  <a:schemeClr val="tx1"/>
                </a:solidFill>
              </a:rPr>
              <a:t>2</a:t>
            </a:r>
            <a:r>
              <a:rPr lang="en-US" sz="2000" dirty="0">
                <a:solidFill>
                  <a:schemeClr val="tx1"/>
                </a:solidFill>
              </a:rPr>
              <a:t> and </a:t>
            </a:r>
            <a:r>
              <a:rPr lang="en-US" sz="2000" dirty="0">
                <a:solidFill>
                  <a:srgbClr val="A00000"/>
                </a:solidFill>
              </a:rPr>
              <a:t>w </a:t>
            </a:r>
            <a:r>
              <a:rPr lang="en-US" sz="2000" dirty="0">
                <a:solidFill>
                  <a:schemeClr val="tx1"/>
                </a:solidFill>
              </a:rPr>
              <a:t>for the</a:t>
            </a:r>
            <a:r>
              <a:rPr lang="en-US" sz="2000" dirty="0">
                <a:solidFill>
                  <a:srgbClr val="A00000"/>
                </a:solidFill>
              </a:rPr>
              <a:t> </a:t>
            </a:r>
            <a:r>
              <a:rPr lang="en-US" sz="2000" u="sng" dirty="0">
                <a:solidFill>
                  <a:schemeClr val="tx1"/>
                </a:solidFill>
              </a:rPr>
              <a:t>W</a:t>
            </a:r>
            <a:r>
              <a:rPr lang="en-US" sz="2000" dirty="0">
                <a:solidFill>
                  <a:schemeClr val="tx1"/>
                </a:solidFill>
              </a:rPr>
              <a:t>orld</a:t>
            </a:r>
            <a:r>
              <a:rPr lang="en-US" sz="2000" dirty="0">
                <a:solidFill>
                  <a:srgbClr val="A00000"/>
                </a:solidFill>
              </a:rPr>
              <a:t> </a:t>
            </a:r>
            <a:r>
              <a:rPr lang="en-US" sz="2000" dirty="0">
                <a:solidFill>
                  <a:schemeClr val="tx1"/>
                </a:solidFill>
              </a:rPr>
              <a:t>you just created.</a:t>
            </a:r>
          </a:p>
          <a:p>
            <a:pPr marL="1714500" lvl="3" indent="-342900"/>
            <a:r>
              <a:rPr lang="en-US" dirty="0">
                <a:solidFill>
                  <a:srgbClr val="A00000"/>
                </a:solidFill>
                <a:highlight>
                  <a:srgbClr val="FFFF00"/>
                </a:highlight>
              </a:rPr>
              <a:t>*</a:t>
            </a:r>
            <a:r>
              <a:rPr lang="en-US" dirty="0">
                <a:solidFill>
                  <a:srgbClr val="A00000"/>
                </a:solidFill>
              </a:rPr>
              <a:t> </a:t>
            </a:r>
            <a:r>
              <a:rPr lang="en-US" dirty="0">
                <a:solidFill>
                  <a:schemeClr val="tx1"/>
                </a:solidFill>
              </a:rPr>
              <a:t>is called a ‘</a:t>
            </a:r>
            <a:r>
              <a:rPr lang="en-US" i="1" dirty="0">
                <a:solidFill>
                  <a:schemeClr val="tx1"/>
                </a:solidFill>
              </a:rPr>
              <a:t>wild card</a:t>
            </a:r>
            <a:r>
              <a:rPr lang="en-US" dirty="0">
                <a:solidFill>
                  <a:schemeClr val="tx1"/>
                </a:solidFill>
              </a:rPr>
              <a:t>’ where you can substitute with a string. So, </a:t>
            </a:r>
            <a:r>
              <a:rPr lang="en-US" dirty="0">
                <a:highlight>
                  <a:srgbClr val="FFFF00"/>
                </a:highlight>
              </a:rPr>
              <a:t>*.</a:t>
            </a:r>
            <a:r>
              <a:rPr lang="en-US" dirty="0">
                <a:solidFill>
                  <a:srgbClr val="A00000"/>
                </a:solidFill>
                <a:highlight>
                  <a:srgbClr val="FFFF00"/>
                </a:highlight>
              </a:rPr>
              <a:t>a2w  </a:t>
            </a:r>
            <a:r>
              <a:rPr lang="en-US" dirty="0">
                <a:solidFill>
                  <a:schemeClr val="tx1"/>
                </a:solidFill>
              </a:rPr>
              <a:t> essentially means any file name ending with </a:t>
            </a:r>
            <a:r>
              <a:rPr lang="en-US" dirty="0">
                <a:solidFill>
                  <a:srgbClr val="A00000"/>
                </a:solidFill>
              </a:rPr>
              <a:t>.a2w.</a:t>
            </a:r>
          </a:p>
          <a:p>
            <a:pPr marL="1257300" lvl="2" indent="-342900"/>
            <a:r>
              <a:rPr lang="en-US" sz="2000" dirty="0">
                <a:solidFill>
                  <a:schemeClr val="tx1"/>
                </a:solidFill>
              </a:rPr>
              <a:t>DIY: save it on </a:t>
            </a:r>
            <a:r>
              <a:rPr lang="en-US" sz="2000" dirty="0">
                <a:solidFill>
                  <a:srgbClr val="A00000"/>
                </a:solidFill>
              </a:rPr>
              <a:t>desktop</a:t>
            </a:r>
            <a:r>
              <a:rPr lang="en-US" sz="2000" dirty="0">
                <a:solidFill>
                  <a:schemeClr val="tx1"/>
                </a:solidFill>
              </a:rPr>
              <a:t>. Get out of Alice and get back on. </a:t>
            </a:r>
            <a:r>
              <a:rPr lang="en-US" sz="2000" dirty="0">
                <a:solidFill>
                  <a:srgbClr val="A00000"/>
                </a:solidFill>
              </a:rPr>
              <a:t>Open</a:t>
            </a:r>
            <a:r>
              <a:rPr lang="en-US" sz="2000" dirty="0">
                <a:solidFill>
                  <a:schemeClr val="tx1"/>
                </a:solidFill>
              </a:rPr>
              <a:t> to see and access the saved *.a2w.</a:t>
            </a:r>
            <a:endParaRPr lang="en-US" sz="2000" dirty="0">
              <a:solidFill>
                <a:srgbClr val="A00000"/>
              </a:solidFill>
            </a:endParaRPr>
          </a:p>
          <a:p>
            <a:pPr marL="342900" marR="0" lvl="0" indent="-342900" algn="l" rtl="0">
              <a:lnSpc>
                <a:spcPct val="100000"/>
              </a:lnSpc>
              <a:spcBef>
                <a:spcPts val="640"/>
              </a:spcBef>
              <a:spcAft>
                <a:spcPts val="0"/>
              </a:spcAft>
              <a:buClr>
                <a:schemeClr val="dk1"/>
              </a:buClr>
              <a:buSzPts val="3200"/>
              <a:buFont typeface="Arial"/>
              <a:buChar char="•"/>
            </a:pPr>
            <a:r>
              <a:rPr lang="en-US" sz="2000" b="1" i="0" u="none" strike="noStrike" cap="none" dirty="0">
                <a:solidFill>
                  <a:schemeClr val="dk1"/>
                </a:solidFill>
                <a:latin typeface="Arial"/>
                <a:ea typeface="Arial"/>
                <a:cs typeface="Arial"/>
                <a:sym typeface="Arial"/>
              </a:rPr>
              <a:t>Best </a:t>
            </a:r>
            <a:r>
              <a:rPr lang="en-US" sz="2000" b="1" dirty="0"/>
              <a:t>Practice</a:t>
            </a:r>
            <a:r>
              <a:rPr lang="en-US" sz="2000" b="1" i="0" u="none" strike="noStrike" cap="none" dirty="0">
                <a:solidFill>
                  <a:schemeClr val="dk1"/>
                </a:solidFill>
                <a:latin typeface="Arial"/>
                <a:ea typeface="Arial"/>
                <a:cs typeface="Arial"/>
                <a:sym typeface="Arial"/>
              </a:rPr>
              <a:t>: </a:t>
            </a:r>
            <a:endParaRPr lang="en-US" sz="2000" dirty="0"/>
          </a:p>
          <a:p>
            <a:pPr marL="1143000" marR="0" lvl="2" indent="-228600" algn="l" rtl="0">
              <a:lnSpc>
                <a:spcPct val="100000"/>
              </a:lnSpc>
              <a:spcBef>
                <a:spcPts val="480"/>
              </a:spcBef>
              <a:spcAft>
                <a:spcPts val="0"/>
              </a:spcAft>
              <a:buClr>
                <a:schemeClr val="dk1"/>
              </a:buClr>
              <a:buSzPts val="2400"/>
              <a:buFont typeface="Arial"/>
              <a:buChar char="•"/>
            </a:pPr>
            <a:r>
              <a:rPr lang="en-US" sz="2000" b="1" i="0" u="none" strike="noStrike" cap="none" dirty="0">
                <a:solidFill>
                  <a:schemeClr val="dk1"/>
                </a:solidFill>
                <a:latin typeface="Arial"/>
                <a:ea typeface="Arial"/>
                <a:cs typeface="Arial"/>
                <a:sym typeface="Arial"/>
              </a:rPr>
              <a:t> </a:t>
            </a:r>
            <a:r>
              <a:rPr lang="en-US" sz="2000" b="0" i="0" u="none" strike="noStrike" cap="none" dirty="0">
                <a:solidFill>
                  <a:schemeClr val="dk1"/>
                </a:solidFill>
                <a:latin typeface="Arial"/>
                <a:ea typeface="Arial"/>
                <a:cs typeface="Arial"/>
                <a:sym typeface="Arial"/>
              </a:rPr>
              <a:t>save your world </a:t>
            </a:r>
            <a:r>
              <a:rPr lang="en-US" sz="2000" b="0" i="1" u="none" strike="noStrike" cap="none" dirty="0">
                <a:solidFill>
                  <a:srgbClr val="A00000"/>
                </a:solidFill>
                <a:latin typeface="Arial"/>
                <a:ea typeface="Arial"/>
                <a:cs typeface="Arial"/>
                <a:sym typeface="Arial"/>
              </a:rPr>
              <a:t>frequently</a:t>
            </a:r>
            <a:r>
              <a:rPr lang="en-US" sz="2000" b="0" i="0" u="none" strike="noStrike" cap="none" dirty="0">
                <a:solidFill>
                  <a:schemeClr val="dk1"/>
                </a:solidFill>
                <a:latin typeface="Arial"/>
                <a:ea typeface="Arial"/>
                <a:cs typeface="Arial"/>
                <a:sym typeface="Arial"/>
              </a:rPr>
              <a:t> after you made and </a:t>
            </a:r>
            <a:r>
              <a:rPr lang="en-US" sz="2000" b="0" i="1" u="none" strike="noStrike" cap="none" dirty="0">
                <a:solidFill>
                  <a:srgbClr val="A00000"/>
                </a:solidFill>
                <a:latin typeface="Arial"/>
                <a:ea typeface="Arial"/>
                <a:cs typeface="Arial"/>
                <a:sym typeface="Arial"/>
              </a:rPr>
              <a:t>tested</a:t>
            </a:r>
            <a:r>
              <a:rPr lang="en-US" sz="2000" b="0" i="0" u="none" strike="noStrike" cap="none" dirty="0">
                <a:solidFill>
                  <a:schemeClr val="dk1"/>
                </a:solidFill>
                <a:latin typeface="Arial"/>
                <a:ea typeface="Arial"/>
                <a:cs typeface="Arial"/>
                <a:sym typeface="Arial"/>
              </a:rPr>
              <a:t> a satisfied change (</a:t>
            </a:r>
            <a:r>
              <a:rPr lang="en-US" sz="2000" dirty="0"/>
              <a:t>o</a:t>
            </a:r>
            <a:r>
              <a:rPr lang="en-US" sz="2000" b="0" i="0" u="none" strike="noStrike" cap="none" dirty="0">
                <a:solidFill>
                  <a:schemeClr val="dk1"/>
                </a:solidFill>
                <a:latin typeface="Arial"/>
                <a:ea typeface="Arial"/>
                <a:cs typeface="Arial"/>
                <a:sym typeface="Arial"/>
              </a:rPr>
              <a:t>r after a certain period</a:t>
            </a:r>
            <a:r>
              <a:rPr lang="en-US" sz="2000" dirty="0"/>
              <a:t> or as often that makes sense</a:t>
            </a:r>
            <a:r>
              <a:rPr lang="en-US" sz="2000" b="0" i="0" u="none" strike="noStrike" cap="none" dirty="0">
                <a:solidFill>
                  <a:schemeClr val="dk1"/>
                </a:solidFill>
                <a:latin typeface="Arial"/>
                <a:ea typeface="Arial"/>
                <a:cs typeface="Arial"/>
                <a:sym typeface="Arial"/>
              </a:rPr>
              <a:t>)</a:t>
            </a:r>
            <a:endParaRPr lang="en-US" sz="2000" dirty="0"/>
          </a:p>
          <a:p>
            <a:pPr marL="1143000" marR="0" lvl="2" indent="-228600" algn="l" rtl="0">
              <a:lnSpc>
                <a:spcPct val="100000"/>
              </a:lnSpc>
              <a:spcBef>
                <a:spcPts val="480"/>
              </a:spcBef>
              <a:spcAft>
                <a:spcPts val="0"/>
              </a:spcAft>
              <a:buClr>
                <a:schemeClr val="dk1"/>
              </a:buClr>
              <a:buSzPts val="2400"/>
              <a:buFont typeface="Arial"/>
              <a:buChar char="•"/>
            </a:pPr>
            <a:r>
              <a:rPr lang="en-US" sz="2000" b="0" i="0" u="none" strike="noStrike" cap="none" dirty="0">
                <a:solidFill>
                  <a:schemeClr val="dk1"/>
                </a:solidFill>
                <a:latin typeface="Arial"/>
                <a:ea typeface="Arial"/>
                <a:cs typeface="Arial"/>
                <a:sym typeface="Arial"/>
              </a:rPr>
              <a:t> also save to a backup system (for example, flash drive). </a:t>
            </a:r>
            <a:r>
              <a:rPr lang="en-US" sz="2000" dirty="0">
                <a:solidFill>
                  <a:schemeClr val="tx1"/>
                </a:solidFill>
              </a:rPr>
              <a:t>Suggestion: Use a</a:t>
            </a:r>
            <a:r>
              <a:rPr lang="en-US" sz="2000" b="0" i="0" u="none" strike="noStrike" cap="none" dirty="0">
                <a:solidFill>
                  <a:schemeClr val="tx1"/>
                </a:solidFill>
                <a:latin typeface="Arial"/>
                <a:ea typeface="Arial"/>
                <a:cs typeface="Arial"/>
                <a:sym typeface="Arial"/>
              </a:rPr>
              <a:t> </a:t>
            </a:r>
            <a:r>
              <a:rPr lang="en-US" sz="2000" b="0" i="0" u="none" strike="noStrike" cap="none" dirty="0">
                <a:solidFill>
                  <a:srgbClr val="A00000"/>
                </a:solidFill>
                <a:latin typeface="Arial"/>
                <a:ea typeface="Arial"/>
                <a:cs typeface="Arial"/>
                <a:sym typeface="Arial"/>
              </a:rPr>
              <a:t>flash drive, </a:t>
            </a:r>
            <a:r>
              <a:rPr lang="en-US" sz="2000" dirty="0">
                <a:solidFill>
                  <a:srgbClr val="A00000"/>
                </a:solidFill>
              </a:rPr>
              <a:t>cloud storage or email to self </a:t>
            </a:r>
            <a:r>
              <a:rPr lang="en-US" sz="2000" b="0" i="0" u="none" strike="noStrike" cap="none" dirty="0">
                <a:solidFill>
                  <a:schemeClr val="tx1"/>
                </a:solidFill>
                <a:latin typeface="Arial"/>
                <a:ea typeface="Arial"/>
                <a:cs typeface="Arial"/>
                <a:sym typeface="Arial"/>
              </a:rPr>
              <a:t>to save a backup of your work periodically if using school’s machine.</a:t>
            </a:r>
            <a:endParaRPr lang="en-US" sz="2000" dirty="0"/>
          </a:p>
        </p:txBody>
      </p:sp>
      <p:sp>
        <p:nvSpPr>
          <p:cNvPr id="4" name="Google Shape;158;p24">
            <a:extLst>
              <a:ext uri="{FF2B5EF4-FFF2-40B4-BE49-F238E27FC236}">
                <a16:creationId xmlns:a16="http://schemas.microsoft.com/office/drawing/2014/main" id="{053A8D5B-D8F6-4525-B15A-FF98EF788434}"/>
              </a:ext>
            </a:extLst>
          </p:cNvPr>
          <p:cNvSpPr/>
          <p:nvPr/>
        </p:nvSpPr>
        <p:spPr>
          <a:xfrm>
            <a:off x="7467600" y="0"/>
            <a:ext cx="1676400" cy="838200"/>
          </a:xfrm>
          <a:prstGeom prst="ellipse">
            <a:avLst/>
          </a:prstGeom>
          <a:solidFill>
            <a:schemeClr val="accen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Font typeface="Arial"/>
              <a:buNone/>
            </a:pPr>
            <a:r>
              <a:rPr lang="en-US" sz="1200" b="0" i="0" u="none" dirty="0">
                <a:solidFill>
                  <a:schemeClr val="dk1"/>
                </a:solidFill>
                <a:latin typeface="Arial"/>
                <a:ea typeface="Arial"/>
                <a:cs typeface="Arial"/>
                <a:sym typeface="Arial"/>
              </a:rPr>
              <a:t>Appendix</a:t>
            </a:r>
            <a:r>
              <a:rPr lang="en-US" sz="1200" dirty="0"/>
              <a:t> </a:t>
            </a:r>
            <a:r>
              <a:rPr lang="en-US" sz="1200" b="0" i="0" u="none" dirty="0">
                <a:solidFill>
                  <a:schemeClr val="dk1"/>
                </a:solidFill>
                <a:latin typeface="Arial"/>
                <a:ea typeface="Arial"/>
                <a:cs typeface="Arial"/>
                <a:sym typeface="Arial"/>
              </a:rPr>
              <a:t>A ,</a:t>
            </a:r>
          </a:p>
          <a:p>
            <a:pPr marL="0" marR="0" lvl="0" indent="0" algn="ctr" rtl="0">
              <a:lnSpc>
                <a:spcPct val="100000"/>
              </a:lnSpc>
              <a:spcBef>
                <a:spcPts val="0"/>
              </a:spcBef>
              <a:spcAft>
                <a:spcPts val="0"/>
              </a:spcAft>
              <a:buClr>
                <a:schemeClr val="dk1"/>
              </a:buClr>
              <a:buFont typeface="Arial"/>
              <a:buNone/>
            </a:pPr>
            <a:r>
              <a:rPr lang="en-US" sz="1200" b="0" i="0" u="none" dirty="0">
                <a:solidFill>
                  <a:schemeClr val="dk1"/>
                </a:solidFill>
                <a:latin typeface="Arial"/>
                <a:ea typeface="Arial"/>
                <a:cs typeface="Arial"/>
                <a:sym typeface="Arial"/>
              </a:rPr>
              <a:t> P. 335</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DB8EF-91C1-F9B9-77B8-56BA6CE81A38}"/>
              </a:ext>
            </a:extLst>
          </p:cNvPr>
          <p:cNvSpPr>
            <a:spLocks noGrp="1"/>
          </p:cNvSpPr>
          <p:nvPr>
            <p:ph type="title"/>
          </p:nvPr>
        </p:nvSpPr>
        <p:spPr/>
        <p:txBody>
          <a:bodyPr/>
          <a:lstStyle/>
          <a:p>
            <a:r>
              <a:rPr lang="en-US" dirty="0"/>
              <a:t>Topic Overview (Slide 41)</a:t>
            </a:r>
          </a:p>
        </p:txBody>
      </p:sp>
      <p:pic>
        <p:nvPicPr>
          <p:cNvPr id="4" name="Picture 3" descr="Informative graphic on Topic Overview (Slide 41) showing: Topic Overview (Slide 41)." title="Topic Overview (Slide 41) Graphic">
            <a:extLst>
              <a:ext uri="{FF2B5EF4-FFF2-40B4-BE49-F238E27FC236}">
                <a16:creationId xmlns:a16="http://schemas.microsoft.com/office/drawing/2014/main" id="{AB85AEA7-BF81-7549-5F4C-88383CE543D7}"/>
              </a:ext>
              <a:ext uri="{C183D7F6-B498-43B3-948B-1728B52AA6E4}">
                <adec:decorative xmlns:adec="http://schemas.microsoft.com/office/drawing/2017/decorative" val="0"/>
              </a:ext>
            </a:extLst>
          </p:cNvPr>
          <p:cNvPicPr>
            <a:picLocks noChangeAspect="1"/>
          </p:cNvPicPr>
          <p:nvPr/>
        </p:nvPicPr>
        <p:blipFill>
          <a:blip r:embed="rId2"/>
          <a:stretch>
            <a:fillRect/>
          </a:stretch>
        </p:blipFill>
        <p:spPr>
          <a:xfrm>
            <a:off x="2285802" y="1714351"/>
            <a:ext cx="4572396" cy="3429297"/>
          </a:xfrm>
          <a:prstGeom prst="rect">
            <a:avLst/>
          </a:prstGeom>
        </p:spPr>
      </p:pic>
    </p:spTree>
    <p:extLst>
      <p:ext uri="{BB962C8B-B14F-4D97-AF65-F5344CB8AC3E}">
        <p14:creationId xmlns:p14="http://schemas.microsoft.com/office/powerpoint/2010/main" val="23964215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2" name="Title 1">
            <a:extLst>
              <a:ext uri="{FF2B5EF4-FFF2-40B4-BE49-F238E27FC236}">
                <a16:creationId xmlns:a16="http://schemas.microsoft.com/office/drawing/2014/main" id="{170D95D8-E1A7-A462-FB4D-5663FA479352}"/>
              </a:ext>
            </a:extLst>
          </p:cNvPr>
          <p:cNvSpPr>
            <a:spLocks noGrp="1"/>
          </p:cNvSpPr>
          <p:nvPr>
            <p:ph type="title"/>
          </p:nvPr>
        </p:nvSpPr>
        <p:spPr>
          <a:xfrm>
            <a:off x="-198452" y="118795"/>
            <a:ext cx="7974277" cy="641350"/>
          </a:xfrm>
        </p:spPr>
        <p:txBody>
          <a:bodyPr/>
          <a:lstStyle/>
          <a:p>
            <a:r>
              <a:rPr lang="en-US" sz="3200" b="1" dirty="0">
                <a:solidFill>
                  <a:srgbClr val="000000"/>
                </a:solidFill>
                <a:latin typeface="Arial" panose="020B0604020202020204" pitchFamily="34" charset="0"/>
              </a:rPr>
              <a:t>Terms &amp; Concepts: Object vs. Class</a:t>
            </a:r>
          </a:p>
        </p:txBody>
      </p:sp>
      <p:sp>
        <p:nvSpPr>
          <p:cNvPr id="104" name="Google Shape;104;p19"/>
          <p:cNvSpPr txBox="1">
            <a:spLocks noGrp="1"/>
          </p:cNvSpPr>
          <p:nvPr>
            <p:ph type="body" idx="1"/>
          </p:nvPr>
        </p:nvSpPr>
        <p:spPr>
          <a:xfrm>
            <a:off x="685800" y="990600"/>
            <a:ext cx="8133080" cy="51816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800"/>
              <a:buFont typeface="Arial"/>
              <a:buChar char="•"/>
            </a:pPr>
            <a:r>
              <a:rPr lang="en-US" sz="2800" b="0" i="0" u="none" strike="noStrike" cap="none" dirty="0">
                <a:solidFill>
                  <a:schemeClr val="dk1"/>
                </a:solidFill>
                <a:sym typeface="Arial"/>
              </a:rPr>
              <a:t>Objects are categorized into classes</a:t>
            </a:r>
            <a:endParaRPr lang="en-US" dirty="0"/>
          </a:p>
          <a:p>
            <a:pPr marL="342900" marR="0" lvl="0" indent="-165100" algn="l" rtl="0">
              <a:lnSpc>
                <a:spcPct val="100000"/>
              </a:lnSpc>
              <a:spcBef>
                <a:spcPts val="560"/>
              </a:spcBef>
              <a:spcAft>
                <a:spcPts val="0"/>
              </a:spcAft>
              <a:buClr>
                <a:schemeClr val="dk1"/>
              </a:buClr>
              <a:buSzPts val="2800"/>
              <a:buFont typeface="Arial"/>
              <a:buNone/>
            </a:pPr>
            <a:endParaRPr lang="en-US" sz="2800" b="0" i="0" u="none" strike="noStrike" cap="none" dirty="0">
              <a:solidFill>
                <a:schemeClr val="dk1"/>
              </a:solidFill>
              <a:sym typeface="Arial"/>
            </a:endParaRPr>
          </a:p>
          <a:p>
            <a:pPr marL="342900" marR="0" lvl="0" indent="-165100" algn="l" rtl="0">
              <a:lnSpc>
                <a:spcPct val="100000"/>
              </a:lnSpc>
              <a:spcBef>
                <a:spcPts val="560"/>
              </a:spcBef>
              <a:spcAft>
                <a:spcPts val="0"/>
              </a:spcAft>
              <a:buClr>
                <a:schemeClr val="dk1"/>
              </a:buClr>
              <a:buSzPts val="2800"/>
              <a:buFont typeface="Arial"/>
              <a:buNone/>
            </a:pPr>
            <a:endParaRPr lang="en-US" sz="2800" b="0" i="0" u="none" strike="noStrike" cap="none" dirty="0">
              <a:solidFill>
                <a:schemeClr val="dk1"/>
              </a:solidFill>
              <a:sym typeface="Arial"/>
            </a:endParaRPr>
          </a:p>
          <a:p>
            <a:pPr marL="342900" marR="0" lvl="0" indent="-165100" algn="l" rtl="0">
              <a:lnSpc>
                <a:spcPct val="100000"/>
              </a:lnSpc>
              <a:spcBef>
                <a:spcPts val="560"/>
              </a:spcBef>
              <a:spcAft>
                <a:spcPts val="0"/>
              </a:spcAft>
              <a:buClr>
                <a:schemeClr val="dk1"/>
              </a:buClr>
              <a:buSzPts val="2800"/>
              <a:buFont typeface="Arial"/>
              <a:buNone/>
            </a:pPr>
            <a:endParaRPr lang="en-US" sz="2800" b="0" i="0" u="none" strike="noStrike" cap="none" dirty="0">
              <a:solidFill>
                <a:schemeClr val="dk1"/>
              </a:solidFill>
              <a:sym typeface="Arial"/>
            </a:endParaRPr>
          </a:p>
          <a:p>
            <a:pPr marL="342900" marR="0" lvl="0" indent="-342900" algn="l" rtl="0">
              <a:lnSpc>
                <a:spcPct val="100000"/>
              </a:lnSpc>
              <a:spcBef>
                <a:spcPts val="560"/>
              </a:spcBef>
              <a:spcAft>
                <a:spcPts val="0"/>
              </a:spcAft>
              <a:buClr>
                <a:schemeClr val="dk1"/>
              </a:buClr>
              <a:buFont typeface="Arial"/>
              <a:buNone/>
            </a:pPr>
            <a:endParaRPr lang="en-US" sz="2800" b="0" i="0" u="none" strike="noStrike" cap="none" dirty="0">
              <a:solidFill>
                <a:schemeClr val="dk1"/>
              </a:solidFill>
              <a:sym typeface="Arial"/>
            </a:endParaRPr>
          </a:p>
          <a:p>
            <a:pPr marL="342900" marR="0" lvl="0" indent="-342900" algn="l" rtl="0">
              <a:lnSpc>
                <a:spcPct val="100000"/>
              </a:lnSpc>
              <a:spcBef>
                <a:spcPts val="560"/>
              </a:spcBef>
              <a:spcAft>
                <a:spcPts val="0"/>
              </a:spcAft>
              <a:buClr>
                <a:schemeClr val="dk1"/>
              </a:buClr>
              <a:buFont typeface="Arial"/>
              <a:buNone/>
            </a:pPr>
            <a:endParaRPr lang="en-US" sz="2800" b="0" i="0" u="none" strike="noStrike" cap="none" dirty="0">
              <a:solidFill>
                <a:schemeClr val="dk1"/>
              </a:solidFill>
              <a:sym typeface="Arial"/>
            </a:endParaRPr>
          </a:p>
          <a:p>
            <a:pPr marL="342900" marR="0" lvl="0" indent="-342900" algn="l" rtl="0">
              <a:lnSpc>
                <a:spcPct val="100000"/>
              </a:lnSpc>
              <a:spcBef>
                <a:spcPts val="560"/>
              </a:spcBef>
              <a:spcAft>
                <a:spcPts val="0"/>
              </a:spcAft>
              <a:buClr>
                <a:schemeClr val="dk1"/>
              </a:buClr>
              <a:buSzPts val="2800"/>
              <a:buFont typeface="Arial"/>
              <a:buChar char="•"/>
            </a:pPr>
            <a:r>
              <a:rPr lang="en-US" sz="2800" b="0" i="0" u="none" strike="noStrike" cap="none" dirty="0">
                <a:solidFill>
                  <a:schemeClr val="dk1"/>
                </a:solidFill>
                <a:sym typeface="Arial"/>
              </a:rPr>
              <a:t>Each </a:t>
            </a:r>
            <a:r>
              <a:rPr lang="en-US" sz="2800" b="0" i="0" u="none" strike="noStrike" cap="none" dirty="0">
                <a:solidFill>
                  <a:schemeClr val="dk1"/>
                </a:solidFill>
                <a:highlight>
                  <a:srgbClr val="FFFF00"/>
                </a:highlight>
                <a:sym typeface="Arial"/>
              </a:rPr>
              <a:t>object</a:t>
            </a:r>
            <a:r>
              <a:rPr lang="en-US" sz="2800" b="0" i="0" u="none" strike="noStrike" cap="none" dirty="0">
                <a:solidFill>
                  <a:schemeClr val="dk1"/>
                </a:solidFill>
                <a:sym typeface="Arial"/>
              </a:rPr>
              <a:t> is</a:t>
            </a:r>
            <a:r>
              <a:rPr lang="en-US" dirty="0"/>
              <a:t> </a:t>
            </a:r>
            <a:r>
              <a:rPr lang="en-US" sz="2800" b="0" i="0" u="none" strike="noStrike" cap="none" dirty="0">
                <a:solidFill>
                  <a:schemeClr val="dk1"/>
                </a:solidFill>
                <a:sym typeface="Arial"/>
              </a:rPr>
              <a:t>an </a:t>
            </a:r>
            <a:r>
              <a:rPr lang="en-US" sz="2800" b="1" i="0" u="none" strike="noStrike" cap="none" dirty="0">
                <a:solidFill>
                  <a:srgbClr val="D60093"/>
                </a:solidFill>
                <a:sym typeface="Arial"/>
              </a:rPr>
              <a:t>instance</a:t>
            </a:r>
            <a:r>
              <a:rPr lang="en-US" sz="2800" b="0" i="0" u="none" strike="noStrike" cap="none" dirty="0">
                <a:solidFill>
                  <a:schemeClr val="dk1"/>
                </a:solidFill>
                <a:sym typeface="Arial"/>
              </a:rPr>
              <a:t> of the </a:t>
            </a:r>
            <a:r>
              <a:rPr lang="en-US" sz="2800" b="0" i="0" u="none" strike="noStrike" cap="none" dirty="0">
                <a:solidFill>
                  <a:schemeClr val="dk1"/>
                </a:solidFill>
                <a:highlight>
                  <a:srgbClr val="FFFF00"/>
                </a:highlight>
                <a:sym typeface="Arial"/>
              </a:rPr>
              <a:t>class</a:t>
            </a:r>
            <a:r>
              <a:rPr lang="en-US" sz="2800" b="0" i="0" u="none" strike="noStrike" cap="none" dirty="0">
                <a:solidFill>
                  <a:schemeClr val="dk1"/>
                </a:solidFill>
                <a:sym typeface="Arial"/>
              </a:rPr>
              <a:t>. </a:t>
            </a:r>
            <a:r>
              <a:rPr lang="en-US" sz="2800" b="0" i="0" u="none" strike="noStrike" cap="none" dirty="0">
                <a:solidFill>
                  <a:srgbClr val="A00000"/>
                </a:solidFill>
                <a:sym typeface="Arial"/>
              </a:rPr>
              <a:t>(p.338)</a:t>
            </a:r>
            <a:endParaRPr lang="en-US" dirty="0">
              <a:solidFill>
                <a:srgbClr val="A00000"/>
              </a:solidFill>
            </a:endParaRPr>
          </a:p>
          <a:p>
            <a:pPr marL="342900" marR="0" lvl="0" indent="-342900" algn="l" rtl="0">
              <a:lnSpc>
                <a:spcPct val="100000"/>
              </a:lnSpc>
              <a:spcBef>
                <a:spcPts val="0"/>
              </a:spcBef>
              <a:spcAft>
                <a:spcPts val="0"/>
              </a:spcAft>
              <a:buClr>
                <a:schemeClr val="dk1"/>
              </a:buClr>
              <a:buFont typeface="Arial"/>
              <a:buNone/>
            </a:pPr>
            <a:endParaRPr lang="en-US" sz="1800" b="0" i="0" u="none" strike="noStrike" cap="none" dirty="0">
              <a:solidFill>
                <a:schemeClr val="dk1"/>
              </a:solidFill>
              <a:sym typeface="Arial"/>
            </a:endParaRPr>
          </a:p>
          <a:p>
            <a:pPr marL="342900" marR="0" lvl="0" indent="-342900" algn="l" rtl="0">
              <a:lnSpc>
                <a:spcPct val="100000"/>
              </a:lnSpc>
              <a:spcBef>
                <a:spcPts val="0"/>
              </a:spcBef>
              <a:spcAft>
                <a:spcPts val="0"/>
              </a:spcAft>
              <a:buClr>
                <a:schemeClr val="dk1"/>
              </a:buClr>
              <a:buSzPts val="3200"/>
              <a:buFont typeface="Arial"/>
              <a:buChar char="•"/>
            </a:pPr>
            <a:r>
              <a:rPr lang="en-US" sz="2800" b="0" i="0" u="none" strike="noStrike" cap="none" dirty="0">
                <a:solidFill>
                  <a:schemeClr val="dk1"/>
                </a:solidFill>
                <a:sym typeface="Arial"/>
              </a:rPr>
              <a:t>All objects in a class have </a:t>
            </a:r>
          </a:p>
          <a:p>
            <a:pPr marL="800100" lvl="1" indent="-342900">
              <a:spcBef>
                <a:spcPts val="0"/>
              </a:spcBef>
              <a:buSzPts val="3200"/>
              <a:buFont typeface="Arial"/>
              <a:buChar char="•"/>
            </a:pPr>
            <a:r>
              <a:rPr lang="en-US" sz="2400" b="0" i="0" u="none" strike="noStrike" cap="none" dirty="0">
                <a:solidFill>
                  <a:schemeClr val="dk1"/>
                </a:solidFill>
                <a:sym typeface="Arial"/>
              </a:rPr>
              <a:t>similar </a:t>
            </a:r>
            <a:r>
              <a:rPr lang="en-US" sz="2400" b="0" i="0" u="none" strike="noStrike" cap="none" dirty="0">
                <a:solidFill>
                  <a:srgbClr val="A00000"/>
                </a:solidFill>
                <a:sym typeface="Arial"/>
              </a:rPr>
              <a:t>properties</a:t>
            </a:r>
            <a:r>
              <a:rPr lang="en-US" b="0" i="0" u="none" strike="noStrike" cap="none" dirty="0">
                <a:solidFill>
                  <a:schemeClr val="dk1"/>
                </a:solidFill>
                <a:sym typeface="Arial"/>
              </a:rPr>
              <a:t> </a:t>
            </a:r>
            <a:r>
              <a:rPr lang="en-US" sz="2400" b="0" i="0" u="none" strike="noStrike" cap="none" dirty="0">
                <a:solidFill>
                  <a:schemeClr val="dk1"/>
                </a:solidFill>
                <a:sym typeface="Arial"/>
              </a:rPr>
              <a:t>and </a:t>
            </a:r>
          </a:p>
          <a:p>
            <a:pPr marL="800100" lvl="1" indent="-342900">
              <a:spcBef>
                <a:spcPts val="0"/>
              </a:spcBef>
              <a:buSzPts val="3200"/>
              <a:buFont typeface="Arial"/>
              <a:buChar char="•"/>
            </a:pPr>
            <a:r>
              <a:rPr lang="en-US" sz="2400" b="0" i="0" u="none" strike="noStrike" cap="none" dirty="0">
                <a:solidFill>
                  <a:schemeClr val="dk1"/>
                </a:solidFill>
                <a:sym typeface="Arial"/>
              </a:rPr>
              <a:t>generally can </a:t>
            </a:r>
            <a:r>
              <a:rPr lang="en-US" sz="2400" b="0" i="0" u="none" strike="noStrike" cap="none" dirty="0">
                <a:solidFill>
                  <a:srgbClr val="A00000"/>
                </a:solidFill>
                <a:sym typeface="Arial"/>
              </a:rPr>
              <a:t>perform</a:t>
            </a:r>
            <a:r>
              <a:rPr lang="en-US" sz="2400" b="0" i="0" u="none" strike="noStrike" cap="none" dirty="0">
                <a:solidFill>
                  <a:schemeClr val="dk1"/>
                </a:solidFill>
                <a:sym typeface="Arial"/>
              </a:rPr>
              <a:t> the </a:t>
            </a:r>
            <a:r>
              <a:rPr lang="en-US" sz="2400" b="0" i="0" u="none" strike="noStrike" cap="none" dirty="0">
                <a:solidFill>
                  <a:srgbClr val="A00000"/>
                </a:solidFill>
                <a:sym typeface="Arial"/>
              </a:rPr>
              <a:t>same tasks</a:t>
            </a:r>
            <a:r>
              <a:rPr lang="en-US" sz="2400" dirty="0"/>
              <a:t> (methods)</a:t>
            </a:r>
            <a:endParaRPr lang="en-US" dirty="0"/>
          </a:p>
        </p:txBody>
      </p:sp>
      <p:pic>
        <p:nvPicPr>
          <p:cNvPr id="19" name="Picture 2" descr="Informative graphic on Terms &amp; Concepts: Object vs. Class showing: Objects are categorized into classes&#10;&#10;&#10;&#10;&#10;&#10;Each object is an instance of the class. (p.338)&#10;&#10;All objects in a class have &#10;similar properties and &#10;generally can perform the same tasks (methods); Chapter 4&#10;Pp. 89-90&#10;Fig.  4-0-2; Terms &amp; Concepts: Object vs. Class." title="Terms &amp; Concepts: Object vs. Class Graphic">
            <a:extLst>
              <a:ext uri="{FF2B5EF4-FFF2-40B4-BE49-F238E27FC236}">
                <a16:creationId xmlns:a16="http://schemas.microsoft.com/office/drawing/2014/main" id="{2EB82C88-FEE8-4648-9F28-A35AD36AC6BB}"/>
              </a:ext>
              <a:ext uri="{C183D7F6-B498-43B3-948B-1728B52AA6E4}">
                <adec:decorative xmlns:adec="http://schemas.microsoft.com/office/drawing/2017/decorative" val="0"/>
              </a:ext>
            </a:extLst>
          </p:cNvPr>
          <p:cNvPicPr>
            <a:picLocks noChangeAspect="1" noChangeArrowheads="1"/>
          </p:cNvPicPr>
          <p:nvPr/>
        </p:nvPicPr>
        <p:blipFill>
          <a:blip r:embed="rId3" cstate="print"/>
          <a:srcRect/>
          <a:stretch>
            <a:fillRect/>
          </a:stretch>
        </p:blipFill>
        <p:spPr bwMode="auto">
          <a:xfrm>
            <a:off x="1107440" y="1549400"/>
            <a:ext cx="3215640" cy="2248103"/>
          </a:xfrm>
          <a:prstGeom prst="rect">
            <a:avLst/>
          </a:prstGeom>
          <a:noFill/>
        </p:spPr>
      </p:pic>
      <p:grpSp>
        <p:nvGrpSpPr>
          <p:cNvPr id="20" name="Google Shape;105;p19" descr="Grouped diagram illustrating Terms &amp; Concepts: Object vs. Class with multiple visual components." title="Terms &amp; Concepts: Object vs. Class Diagram">
            <a:extLst>
              <a:ext uri="{FF2B5EF4-FFF2-40B4-BE49-F238E27FC236}">
                <a16:creationId xmlns:a16="http://schemas.microsoft.com/office/drawing/2014/main" id="{6937BEE1-F64B-496D-98A5-A29AA7461950}"/>
              </a:ext>
              <a:ext uri="{C183D7F6-B498-43B3-948B-1728B52AA6E4}">
                <adec:decorative xmlns:adec="http://schemas.microsoft.com/office/drawing/2017/decorative" val="0"/>
              </a:ext>
            </a:extLst>
          </p:cNvPr>
          <p:cNvGrpSpPr/>
          <p:nvPr/>
        </p:nvGrpSpPr>
        <p:grpSpPr>
          <a:xfrm>
            <a:off x="4572000" y="1676415"/>
            <a:ext cx="4384040" cy="2248103"/>
            <a:chOff x="1143000" y="3048000"/>
            <a:chExt cx="7085098" cy="3035300"/>
          </a:xfrm>
        </p:grpSpPr>
        <p:sp>
          <p:nvSpPr>
            <p:cNvPr id="21" name="Google Shape;106;p19">
              <a:extLst>
                <a:ext uri="{FF2B5EF4-FFF2-40B4-BE49-F238E27FC236}">
                  <a16:creationId xmlns:a16="http://schemas.microsoft.com/office/drawing/2014/main" id="{55151D97-CC5D-4427-AF0B-BE7DBE496CBB}"/>
                </a:ext>
              </a:extLst>
            </p:cNvPr>
            <p:cNvSpPr txBox="1"/>
            <p:nvPr/>
          </p:nvSpPr>
          <p:spPr>
            <a:xfrm>
              <a:off x="3352800" y="3352800"/>
              <a:ext cx="1447800" cy="509587"/>
            </a:xfrm>
            <a:prstGeom prst="rect">
              <a:avLst/>
            </a:prstGeom>
            <a:noFill/>
            <a:ln w="9525" cap="flat" cmpd="sng">
              <a:solidFill>
                <a:schemeClr val="dk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Font typeface="Times New Roman"/>
                <a:buNone/>
              </a:pPr>
              <a:r>
                <a:rPr lang="en-US" sz="1100" b="0" i="0" u="none" dirty="0">
                  <a:solidFill>
                    <a:schemeClr val="dk1"/>
                  </a:solidFill>
                  <a:latin typeface="Times New Roman"/>
                  <a:ea typeface="Times New Roman"/>
                  <a:cs typeface="Times New Roman"/>
                  <a:sym typeface="Times New Roman"/>
                </a:rPr>
                <a:t>Person</a:t>
              </a:r>
              <a:endParaRPr lang="en-US" sz="1100" dirty="0"/>
            </a:p>
          </p:txBody>
        </p:sp>
        <p:sp>
          <p:nvSpPr>
            <p:cNvPr id="22" name="Google Shape;107;p19">
              <a:extLst>
                <a:ext uri="{FF2B5EF4-FFF2-40B4-BE49-F238E27FC236}">
                  <a16:creationId xmlns:a16="http://schemas.microsoft.com/office/drawing/2014/main" id="{41643C87-42B2-4773-8461-63236B9E1559}"/>
                </a:ext>
              </a:extLst>
            </p:cNvPr>
            <p:cNvSpPr txBox="1"/>
            <p:nvPr/>
          </p:nvSpPr>
          <p:spPr>
            <a:xfrm>
              <a:off x="7162798" y="4941901"/>
              <a:ext cx="1065300" cy="509700"/>
            </a:xfrm>
            <a:prstGeom prst="rect">
              <a:avLst/>
            </a:prstGeom>
            <a:noFill/>
            <a:ln w="9525" cap="flat" cmpd="sng">
              <a:solidFill>
                <a:schemeClr val="dk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Font typeface="Times New Roman"/>
                <a:buNone/>
              </a:pPr>
              <a:r>
                <a:rPr lang="en-US" sz="1100" b="0" i="0" u="none" dirty="0">
                  <a:solidFill>
                    <a:schemeClr val="dk1"/>
                  </a:solidFill>
                  <a:latin typeface="Times New Roman"/>
                  <a:ea typeface="Times New Roman"/>
                  <a:cs typeface="Times New Roman"/>
                  <a:sym typeface="Times New Roman"/>
                </a:rPr>
                <a:t>B</a:t>
              </a:r>
              <a:r>
                <a:rPr lang="en-US" sz="1100" dirty="0">
                  <a:solidFill>
                    <a:schemeClr val="dk1"/>
                  </a:solidFill>
                  <a:latin typeface="Times New Roman"/>
                  <a:ea typeface="Times New Roman"/>
                  <a:cs typeface="Times New Roman"/>
                  <a:sym typeface="Times New Roman"/>
                </a:rPr>
                <a:t>unny</a:t>
              </a:r>
              <a:endParaRPr lang="en-US" sz="1100" dirty="0"/>
            </a:p>
          </p:txBody>
        </p:sp>
        <p:sp>
          <p:nvSpPr>
            <p:cNvPr id="23" name="Google Shape;108;p19">
              <a:extLst>
                <a:ext uri="{FF2B5EF4-FFF2-40B4-BE49-F238E27FC236}">
                  <a16:creationId xmlns:a16="http://schemas.microsoft.com/office/drawing/2014/main" id="{20636E38-F828-43BA-AC62-18C73E73AF85}"/>
                </a:ext>
              </a:extLst>
            </p:cNvPr>
            <p:cNvSpPr txBox="1"/>
            <p:nvPr/>
          </p:nvSpPr>
          <p:spPr>
            <a:xfrm>
              <a:off x="1143000" y="3048000"/>
              <a:ext cx="763587" cy="444500"/>
            </a:xfrm>
            <a:prstGeom prst="rect">
              <a:avLst/>
            </a:prstGeom>
            <a:noFill/>
            <a:ln w="9525" cap="flat" cmpd="sng">
              <a:solidFill>
                <a:schemeClr val="dk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Font typeface="Times New Roman"/>
                <a:buNone/>
              </a:pPr>
              <a:r>
                <a:rPr lang="en-US" sz="1100" dirty="0">
                  <a:solidFill>
                    <a:schemeClr val="dk1"/>
                  </a:solidFill>
                  <a:latin typeface="Times New Roman"/>
                  <a:ea typeface="Times New Roman"/>
                  <a:cs typeface="Times New Roman"/>
                  <a:sym typeface="Times New Roman"/>
                </a:rPr>
                <a:t>P</a:t>
              </a:r>
              <a:r>
                <a:rPr lang="en-US" sz="1100" b="0" i="0" u="none" dirty="0">
                  <a:solidFill>
                    <a:schemeClr val="dk1"/>
                  </a:solidFill>
                  <a:latin typeface="Times New Roman"/>
                  <a:ea typeface="Times New Roman"/>
                  <a:cs typeface="Times New Roman"/>
                  <a:sym typeface="Times New Roman"/>
                </a:rPr>
                <a:t>eter</a:t>
              </a:r>
              <a:endParaRPr lang="en-US" sz="1100" dirty="0"/>
            </a:p>
          </p:txBody>
        </p:sp>
        <p:sp>
          <p:nvSpPr>
            <p:cNvPr id="24" name="Google Shape;109;p19">
              <a:extLst>
                <a:ext uri="{FF2B5EF4-FFF2-40B4-BE49-F238E27FC236}">
                  <a16:creationId xmlns:a16="http://schemas.microsoft.com/office/drawing/2014/main" id="{01CB0501-70E7-4813-941C-D29CAFCD1124}"/>
                </a:ext>
              </a:extLst>
            </p:cNvPr>
            <p:cNvSpPr txBox="1"/>
            <p:nvPr/>
          </p:nvSpPr>
          <p:spPr>
            <a:xfrm>
              <a:off x="1143000" y="4267200"/>
              <a:ext cx="838200" cy="450850"/>
            </a:xfrm>
            <a:prstGeom prst="rect">
              <a:avLst/>
            </a:prstGeom>
            <a:noFill/>
            <a:ln w="9525" cap="flat" cmpd="sng">
              <a:solidFill>
                <a:schemeClr val="dk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Font typeface="Times New Roman"/>
                <a:buNone/>
              </a:pPr>
              <a:r>
                <a:rPr lang="en-US" sz="1100" dirty="0">
                  <a:solidFill>
                    <a:schemeClr val="dk1"/>
                  </a:solidFill>
                  <a:latin typeface="Times New Roman"/>
                  <a:ea typeface="Times New Roman"/>
                  <a:cs typeface="Times New Roman"/>
                  <a:sym typeface="Times New Roman"/>
                </a:rPr>
                <a:t>M</a:t>
              </a:r>
              <a:r>
                <a:rPr lang="en-US" sz="1100" b="0" i="0" u="none" dirty="0">
                  <a:solidFill>
                    <a:schemeClr val="dk1"/>
                  </a:solidFill>
                  <a:latin typeface="Times New Roman"/>
                  <a:ea typeface="Times New Roman"/>
                  <a:cs typeface="Times New Roman"/>
                  <a:sym typeface="Times New Roman"/>
                </a:rPr>
                <a:t>ary</a:t>
              </a:r>
              <a:endParaRPr lang="en-US" sz="1100" dirty="0"/>
            </a:p>
          </p:txBody>
        </p:sp>
        <p:sp>
          <p:nvSpPr>
            <p:cNvPr id="25" name="Google Shape;110;p19">
              <a:extLst>
                <a:ext uri="{FF2B5EF4-FFF2-40B4-BE49-F238E27FC236}">
                  <a16:creationId xmlns:a16="http://schemas.microsoft.com/office/drawing/2014/main" id="{57F277AB-9496-42D5-A370-243B42F92193}"/>
                </a:ext>
              </a:extLst>
            </p:cNvPr>
            <p:cNvSpPr txBox="1"/>
            <p:nvPr/>
          </p:nvSpPr>
          <p:spPr>
            <a:xfrm>
              <a:off x="1143000" y="3657600"/>
              <a:ext cx="914400" cy="444500"/>
            </a:xfrm>
            <a:prstGeom prst="rect">
              <a:avLst/>
            </a:prstGeom>
            <a:noFill/>
            <a:ln w="9525" cap="flat" cmpd="sng">
              <a:solidFill>
                <a:schemeClr val="dk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Font typeface="Times New Roman"/>
                <a:buNone/>
              </a:pPr>
              <a:r>
                <a:rPr lang="en-US" sz="1100" dirty="0">
                  <a:solidFill>
                    <a:schemeClr val="dk1"/>
                  </a:solidFill>
                  <a:latin typeface="Times New Roman"/>
                  <a:ea typeface="Times New Roman"/>
                  <a:cs typeface="Times New Roman"/>
                  <a:sym typeface="Times New Roman"/>
                </a:rPr>
                <a:t>P</a:t>
              </a:r>
              <a:r>
                <a:rPr lang="en-US" sz="1100" b="0" i="0" u="none" dirty="0">
                  <a:solidFill>
                    <a:schemeClr val="dk1"/>
                  </a:solidFill>
                  <a:latin typeface="Times New Roman"/>
                  <a:ea typeface="Times New Roman"/>
                  <a:cs typeface="Times New Roman"/>
                  <a:sym typeface="Times New Roman"/>
                </a:rPr>
                <a:t>aul</a:t>
              </a:r>
              <a:endParaRPr lang="en-US" sz="1100" dirty="0"/>
            </a:p>
          </p:txBody>
        </p:sp>
        <p:cxnSp>
          <p:nvCxnSpPr>
            <p:cNvPr id="26" name="Google Shape;111;p19" descr="Informative graphic on Terms &amp; Concepts: Object vs. Class showing: Objects are categorized into classes&#10;&#10;&#10;&#10;&#10;&#10;Each object is an instance of the class. (p.338)&#10;&#10;All objects in a class have &#10;similar properties and &#10;generally can perform the same tasks (methods); Chapter 4&#10;Pp. 89-90&#10;Fig.  4-0-2; Terms &amp; Concepts: Object vs. Class." title="Terms &amp; Concepts: Object vs. Class Graphic">
              <a:extLst>
                <a:ext uri="{FF2B5EF4-FFF2-40B4-BE49-F238E27FC236}">
                  <a16:creationId xmlns:a16="http://schemas.microsoft.com/office/drawing/2014/main" id="{11A4060F-D0B1-4221-8DDE-4D2B2FA1CC91}"/>
                </a:ext>
                <a:ext uri="{C183D7F6-B498-43B3-948B-1728B52AA6E4}">
                  <adec:decorative xmlns:adec="http://schemas.microsoft.com/office/drawing/2017/decorative" val="0"/>
                </a:ext>
              </a:extLst>
            </p:cNvPr>
            <p:cNvCxnSpPr/>
            <p:nvPr/>
          </p:nvCxnSpPr>
          <p:spPr>
            <a:xfrm>
              <a:off x="1905000" y="3276600"/>
              <a:ext cx="1447800" cy="228600"/>
            </a:xfrm>
            <a:prstGeom prst="straightConnector1">
              <a:avLst/>
            </a:prstGeom>
            <a:noFill/>
            <a:ln w="9525" cap="flat" cmpd="sng">
              <a:solidFill>
                <a:schemeClr val="dk1"/>
              </a:solidFill>
              <a:prstDash val="solid"/>
              <a:miter lim="8000"/>
              <a:headEnd type="none" w="sm" len="sm"/>
              <a:tailEnd type="triangle" w="med" len="med"/>
            </a:ln>
          </p:spPr>
        </p:cxnSp>
        <p:cxnSp>
          <p:nvCxnSpPr>
            <p:cNvPr id="27" name="Google Shape;112;p19" descr="Informative graphic on Terms &amp; Concepts: Object vs. Class showing: Objects are categorized into classes&#10;&#10;&#10;&#10;&#10;&#10;Each object is an instance of the class. (p.338)&#10;&#10;All objects in a class have &#10;similar properties and &#10;generally can perform the same tasks (methods); Chapter 4&#10;Pp. 89-90&#10;Fig.  4-0-2; Terms &amp; Concepts: Object vs. Class." title="Terms &amp; Concepts: Object vs. Class Graphic">
              <a:extLst>
                <a:ext uri="{FF2B5EF4-FFF2-40B4-BE49-F238E27FC236}">
                  <a16:creationId xmlns:a16="http://schemas.microsoft.com/office/drawing/2014/main" id="{05E187B3-02EB-4827-B3FB-DD45A7D321A2}"/>
                </a:ext>
                <a:ext uri="{C183D7F6-B498-43B3-948B-1728B52AA6E4}">
                  <adec:decorative xmlns:adec="http://schemas.microsoft.com/office/drawing/2017/decorative" val="0"/>
                </a:ext>
              </a:extLst>
            </p:cNvPr>
            <p:cNvCxnSpPr/>
            <p:nvPr/>
          </p:nvCxnSpPr>
          <p:spPr>
            <a:xfrm rot="10800000" flipH="1">
              <a:off x="2057400" y="3581400"/>
              <a:ext cx="1219200" cy="228600"/>
            </a:xfrm>
            <a:prstGeom prst="straightConnector1">
              <a:avLst/>
            </a:prstGeom>
            <a:noFill/>
            <a:ln w="9525" cap="flat" cmpd="sng">
              <a:solidFill>
                <a:schemeClr val="dk1"/>
              </a:solidFill>
              <a:prstDash val="solid"/>
              <a:miter lim="8000"/>
              <a:headEnd type="none" w="sm" len="sm"/>
              <a:tailEnd type="triangle" w="med" len="med"/>
            </a:ln>
          </p:spPr>
        </p:cxnSp>
        <p:cxnSp>
          <p:nvCxnSpPr>
            <p:cNvPr id="28" name="Google Shape;113;p19" descr="Informative graphic on Terms &amp; Concepts: Object vs. Class showing: Objects are categorized into classes&#10;&#10;&#10;&#10;&#10;&#10;Each object is an instance of the class. (p.338)&#10;&#10;All objects in a class have &#10;similar properties and &#10;generally can perform the same tasks (methods); Chapter 4&#10;Pp. 89-90&#10;Fig.  4-0-2; Terms &amp; Concepts: Object vs. Class." title="Terms &amp; Concepts: Object vs. Class Graphic">
              <a:extLst>
                <a:ext uri="{FF2B5EF4-FFF2-40B4-BE49-F238E27FC236}">
                  <a16:creationId xmlns:a16="http://schemas.microsoft.com/office/drawing/2014/main" id="{2A5FE91F-471C-4CED-B475-346A12FD4737}"/>
                </a:ext>
                <a:ext uri="{C183D7F6-B498-43B3-948B-1728B52AA6E4}">
                  <adec:decorative xmlns:adec="http://schemas.microsoft.com/office/drawing/2017/decorative" val="0"/>
                </a:ext>
              </a:extLst>
            </p:cNvPr>
            <p:cNvCxnSpPr/>
            <p:nvPr/>
          </p:nvCxnSpPr>
          <p:spPr>
            <a:xfrm rot="10800000" flipH="1">
              <a:off x="1981200" y="3657600"/>
              <a:ext cx="1295400" cy="755650"/>
            </a:xfrm>
            <a:prstGeom prst="straightConnector1">
              <a:avLst/>
            </a:prstGeom>
            <a:noFill/>
            <a:ln w="9525" cap="flat" cmpd="sng">
              <a:solidFill>
                <a:schemeClr val="dk1"/>
              </a:solidFill>
              <a:prstDash val="solid"/>
              <a:miter lim="8000"/>
              <a:headEnd type="none" w="sm" len="sm"/>
              <a:tailEnd type="triangle" w="med" len="med"/>
            </a:ln>
          </p:spPr>
        </p:cxnSp>
        <p:sp>
          <p:nvSpPr>
            <p:cNvPr id="29" name="Google Shape;114;p19">
              <a:extLst>
                <a:ext uri="{FF2B5EF4-FFF2-40B4-BE49-F238E27FC236}">
                  <a16:creationId xmlns:a16="http://schemas.microsoft.com/office/drawing/2014/main" id="{9959EAD5-9108-495E-8013-DBDC28B2334A}"/>
                </a:ext>
              </a:extLst>
            </p:cNvPr>
            <p:cNvSpPr txBox="1"/>
            <p:nvPr/>
          </p:nvSpPr>
          <p:spPr>
            <a:xfrm>
              <a:off x="5564187" y="4570412"/>
              <a:ext cx="1065212" cy="449262"/>
            </a:xfrm>
            <a:prstGeom prst="rect">
              <a:avLst/>
            </a:prstGeom>
            <a:noFill/>
            <a:ln w="9525" cap="flat" cmpd="sng">
              <a:solidFill>
                <a:schemeClr val="dk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Font typeface="Times New Roman"/>
                <a:buNone/>
              </a:pPr>
              <a:r>
                <a:rPr lang="en-US" sz="1100" b="0" i="0" u="none" dirty="0">
                  <a:solidFill>
                    <a:schemeClr val="dk1"/>
                  </a:solidFill>
                  <a:latin typeface="Times New Roman"/>
                  <a:ea typeface="Times New Roman"/>
                  <a:cs typeface="Times New Roman"/>
                  <a:sym typeface="Times New Roman"/>
                </a:rPr>
                <a:t>b</a:t>
              </a:r>
              <a:r>
                <a:rPr lang="en-US" sz="1100" dirty="0">
                  <a:solidFill>
                    <a:schemeClr val="dk1"/>
                  </a:solidFill>
                  <a:latin typeface="Times New Roman"/>
                  <a:ea typeface="Times New Roman"/>
                  <a:cs typeface="Times New Roman"/>
                  <a:sym typeface="Times New Roman"/>
                </a:rPr>
                <a:t>unny</a:t>
              </a:r>
              <a:r>
                <a:rPr lang="en-US" sz="1100" b="0" i="0" u="none" dirty="0">
                  <a:solidFill>
                    <a:schemeClr val="dk1"/>
                  </a:solidFill>
                  <a:latin typeface="Times New Roman"/>
                  <a:ea typeface="Times New Roman"/>
                  <a:cs typeface="Times New Roman"/>
                  <a:sym typeface="Times New Roman"/>
                </a:rPr>
                <a:t>1</a:t>
              </a:r>
              <a:endParaRPr lang="en-US" sz="1100" dirty="0"/>
            </a:p>
          </p:txBody>
        </p:sp>
        <p:sp>
          <p:nvSpPr>
            <p:cNvPr id="30" name="Google Shape;115;p19">
              <a:extLst>
                <a:ext uri="{FF2B5EF4-FFF2-40B4-BE49-F238E27FC236}">
                  <a16:creationId xmlns:a16="http://schemas.microsoft.com/office/drawing/2014/main" id="{854CDAE6-CD3F-4856-A720-7844C4CF96B5}"/>
                </a:ext>
              </a:extLst>
            </p:cNvPr>
            <p:cNvSpPr txBox="1"/>
            <p:nvPr/>
          </p:nvSpPr>
          <p:spPr>
            <a:xfrm>
              <a:off x="5564187" y="5106987"/>
              <a:ext cx="1141412" cy="444500"/>
            </a:xfrm>
            <a:prstGeom prst="rect">
              <a:avLst/>
            </a:prstGeom>
            <a:noFill/>
            <a:ln w="9525" cap="flat" cmpd="sng">
              <a:solidFill>
                <a:schemeClr val="dk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Font typeface="Times New Roman"/>
                <a:buNone/>
              </a:pPr>
              <a:r>
                <a:rPr lang="en-US" sz="1100" b="0" i="0" u="none" dirty="0">
                  <a:solidFill>
                    <a:schemeClr val="dk1"/>
                  </a:solidFill>
                  <a:latin typeface="Times New Roman"/>
                  <a:ea typeface="Times New Roman"/>
                  <a:cs typeface="Times New Roman"/>
                  <a:sym typeface="Times New Roman"/>
                </a:rPr>
                <a:t>b</a:t>
              </a:r>
              <a:r>
                <a:rPr lang="en-US" sz="1100" dirty="0">
                  <a:solidFill>
                    <a:schemeClr val="dk1"/>
                  </a:solidFill>
                  <a:latin typeface="Times New Roman"/>
                  <a:ea typeface="Times New Roman"/>
                  <a:cs typeface="Times New Roman"/>
                  <a:sym typeface="Times New Roman"/>
                </a:rPr>
                <a:t>unny</a:t>
              </a:r>
              <a:r>
                <a:rPr lang="en-US" sz="1100" b="0" i="0" u="none" dirty="0">
                  <a:solidFill>
                    <a:schemeClr val="dk1"/>
                  </a:solidFill>
                  <a:latin typeface="Times New Roman"/>
                  <a:ea typeface="Times New Roman"/>
                  <a:cs typeface="Times New Roman"/>
                  <a:sym typeface="Times New Roman"/>
                </a:rPr>
                <a:t>2</a:t>
              </a:r>
              <a:endParaRPr lang="en-US" sz="1100" dirty="0"/>
            </a:p>
          </p:txBody>
        </p:sp>
        <p:sp>
          <p:nvSpPr>
            <p:cNvPr id="31" name="Google Shape;116;p19">
              <a:extLst>
                <a:ext uri="{FF2B5EF4-FFF2-40B4-BE49-F238E27FC236}">
                  <a16:creationId xmlns:a16="http://schemas.microsoft.com/office/drawing/2014/main" id="{13A41DA7-B669-4197-B1E2-3E86D739EEC1}"/>
                </a:ext>
              </a:extLst>
            </p:cNvPr>
            <p:cNvSpPr txBox="1"/>
            <p:nvPr/>
          </p:nvSpPr>
          <p:spPr>
            <a:xfrm>
              <a:off x="5564187" y="5638800"/>
              <a:ext cx="1141412" cy="444500"/>
            </a:xfrm>
            <a:prstGeom prst="rect">
              <a:avLst/>
            </a:prstGeom>
            <a:noFill/>
            <a:ln w="9525" cap="flat" cmpd="sng">
              <a:solidFill>
                <a:schemeClr val="dk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Font typeface="Times New Roman"/>
                <a:buNone/>
              </a:pPr>
              <a:r>
                <a:rPr lang="en-US" sz="1100" b="0" i="0" u="none" dirty="0">
                  <a:solidFill>
                    <a:schemeClr val="dk1"/>
                  </a:solidFill>
                  <a:latin typeface="Times New Roman"/>
                  <a:ea typeface="Times New Roman"/>
                  <a:cs typeface="Times New Roman"/>
                  <a:sym typeface="Times New Roman"/>
                </a:rPr>
                <a:t>b</a:t>
              </a:r>
              <a:r>
                <a:rPr lang="en-US" sz="1100" dirty="0">
                  <a:solidFill>
                    <a:schemeClr val="dk1"/>
                  </a:solidFill>
                  <a:latin typeface="Times New Roman"/>
                  <a:ea typeface="Times New Roman"/>
                  <a:cs typeface="Times New Roman"/>
                  <a:sym typeface="Times New Roman"/>
                </a:rPr>
                <a:t>unny</a:t>
              </a:r>
              <a:r>
                <a:rPr lang="en-US" sz="1100" b="0" i="0" u="none" dirty="0">
                  <a:solidFill>
                    <a:schemeClr val="dk1"/>
                  </a:solidFill>
                  <a:latin typeface="Times New Roman"/>
                  <a:ea typeface="Times New Roman"/>
                  <a:cs typeface="Times New Roman"/>
                  <a:sym typeface="Times New Roman"/>
                </a:rPr>
                <a:t>3</a:t>
              </a:r>
              <a:endParaRPr lang="en-US" sz="1100" dirty="0"/>
            </a:p>
          </p:txBody>
        </p:sp>
        <p:cxnSp>
          <p:nvCxnSpPr>
            <p:cNvPr id="32" name="Google Shape;117;p19" descr="Informative graphic on Terms &amp; Concepts: Object vs. Class showing: Objects are categorized into classes&#10;&#10;&#10;&#10;&#10;&#10;Each object is an instance of the class. (p.338)&#10;&#10;All objects in a class have &#10;similar properties and &#10;generally can perform the same tasks (methods); Chapter 4&#10;Pp. 89-90&#10;Fig.  4-0-2; Terms &amp; Concepts: Object vs. Class." title="Terms &amp; Concepts: Object vs. Class Graphic">
              <a:extLst>
                <a:ext uri="{FF2B5EF4-FFF2-40B4-BE49-F238E27FC236}">
                  <a16:creationId xmlns:a16="http://schemas.microsoft.com/office/drawing/2014/main" id="{BF9FF9AD-CAB6-4B58-9570-1C155A093ADF}"/>
                </a:ext>
                <a:ext uri="{C183D7F6-B498-43B3-948B-1728B52AA6E4}">
                  <adec:decorative xmlns:adec="http://schemas.microsoft.com/office/drawing/2017/decorative" val="0"/>
                </a:ext>
              </a:extLst>
            </p:cNvPr>
            <p:cNvCxnSpPr/>
            <p:nvPr/>
          </p:nvCxnSpPr>
          <p:spPr>
            <a:xfrm>
              <a:off x="6629400" y="4648200"/>
              <a:ext cx="549275" cy="314325"/>
            </a:xfrm>
            <a:prstGeom prst="straightConnector1">
              <a:avLst/>
            </a:prstGeom>
            <a:noFill/>
            <a:ln w="9525" cap="flat" cmpd="sng">
              <a:solidFill>
                <a:schemeClr val="dk1"/>
              </a:solidFill>
              <a:prstDash val="solid"/>
              <a:miter lim="8000"/>
              <a:headEnd type="none" w="sm" len="sm"/>
              <a:tailEnd type="triangle" w="med" len="med"/>
            </a:ln>
          </p:spPr>
        </p:cxnSp>
        <p:cxnSp>
          <p:nvCxnSpPr>
            <p:cNvPr id="33" name="Google Shape;118;p19" descr="Informative graphic on Terms &amp; Concepts: Object vs. Class showing: Objects are categorized into classes&#10;&#10;&#10;&#10;&#10;&#10;Each object is an instance of the class. (p.338)&#10;&#10;All objects in a class have &#10;similar properties and &#10;generally can perform the same tasks (methods); Chapter 4&#10;Pp. 89-90&#10;Fig.  4-0-2; Terms &amp; Concepts: Object vs. Class." title="Terms &amp; Concepts: Object vs. Class Graphic">
              <a:extLst>
                <a:ext uri="{FF2B5EF4-FFF2-40B4-BE49-F238E27FC236}">
                  <a16:creationId xmlns:a16="http://schemas.microsoft.com/office/drawing/2014/main" id="{8B485F5A-E923-4D9F-A875-A4AA258E783C}"/>
                </a:ext>
                <a:ext uri="{C183D7F6-B498-43B3-948B-1728B52AA6E4}">
                  <adec:decorative xmlns:adec="http://schemas.microsoft.com/office/drawing/2017/decorative" val="0"/>
                </a:ext>
              </a:extLst>
            </p:cNvPr>
            <p:cNvCxnSpPr/>
            <p:nvPr/>
          </p:nvCxnSpPr>
          <p:spPr>
            <a:xfrm rot="10800000" flipH="1">
              <a:off x="6705600" y="5105400"/>
              <a:ext cx="465137" cy="228600"/>
            </a:xfrm>
            <a:prstGeom prst="straightConnector1">
              <a:avLst/>
            </a:prstGeom>
            <a:noFill/>
            <a:ln w="9525" cap="flat" cmpd="sng">
              <a:solidFill>
                <a:schemeClr val="dk1"/>
              </a:solidFill>
              <a:prstDash val="solid"/>
              <a:miter lim="8000"/>
              <a:headEnd type="none" w="sm" len="sm"/>
              <a:tailEnd type="triangle" w="med" len="med"/>
            </a:ln>
          </p:spPr>
        </p:cxnSp>
        <p:cxnSp>
          <p:nvCxnSpPr>
            <p:cNvPr id="34" name="Google Shape;119;p19" descr="Informative graphic on Terms &amp; Concepts: Object vs. Class showing: Objects are categorized into classes&#10;&#10;&#10;&#10;&#10;&#10;Each object is an instance of the class. (p.338)&#10;&#10;All objects in a class have &#10;similar properties and &#10;generally can perform the same tasks (methods); Chapter 4&#10;Pp. 89-90&#10;Fig.  4-0-2; Terms &amp; Concepts: Object vs. Class." title="Terms &amp; Concepts: Object vs. Class Graphic">
              <a:extLst>
                <a:ext uri="{FF2B5EF4-FFF2-40B4-BE49-F238E27FC236}">
                  <a16:creationId xmlns:a16="http://schemas.microsoft.com/office/drawing/2014/main" id="{DCB66885-2BF7-4E57-AA13-77DFC212C1E2}"/>
                </a:ext>
                <a:ext uri="{C183D7F6-B498-43B3-948B-1728B52AA6E4}">
                  <adec:decorative xmlns:adec="http://schemas.microsoft.com/office/drawing/2017/decorative" val="0"/>
                </a:ext>
              </a:extLst>
            </p:cNvPr>
            <p:cNvCxnSpPr/>
            <p:nvPr/>
          </p:nvCxnSpPr>
          <p:spPr>
            <a:xfrm rot="10800000" flipH="1">
              <a:off x="6700837" y="5257800"/>
              <a:ext cx="469900" cy="531812"/>
            </a:xfrm>
            <a:prstGeom prst="straightConnector1">
              <a:avLst/>
            </a:prstGeom>
            <a:noFill/>
            <a:ln w="9525" cap="flat" cmpd="sng">
              <a:solidFill>
                <a:schemeClr val="dk1"/>
              </a:solidFill>
              <a:prstDash val="solid"/>
              <a:miter lim="8000"/>
              <a:headEnd type="none" w="sm" len="sm"/>
              <a:tailEnd type="triangle" w="med" len="med"/>
            </a:ln>
          </p:spPr>
        </p:cxnSp>
      </p:grpSp>
      <p:sp>
        <p:nvSpPr>
          <p:cNvPr id="35" name="Google Shape;151;p23">
            <a:extLst>
              <a:ext uri="{FF2B5EF4-FFF2-40B4-BE49-F238E27FC236}">
                <a16:creationId xmlns:a16="http://schemas.microsoft.com/office/drawing/2014/main" id="{CB412619-995A-4D43-A3F3-8068D6AA9695}"/>
              </a:ext>
            </a:extLst>
          </p:cNvPr>
          <p:cNvSpPr/>
          <p:nvPr/>
        </p:nvSpPr>
        <p:spPr>
          <a:xfrm>
            <a:off x="7467600" y="0"/>
            <a:ext cx="1447800" cy="914400"/>
          </a:xfrm>
          <a:prstGeom prst="ellipse">
            <a:avLst/>
          </a:prstGeom>
          <a:solidFill>
            <a:schemeClr val="accen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Font typeface="Arial"/>
              <a:buNone/>
            </a:pPr>
            <a:r>
              <a:rPr lang="en-US" sz="1200" dirty="0">
                <a:solidFill>
                  <a:schemeClr val="dk1"/>
                </a:solidFill>
              </a:rPr>
              <a:t>Chapter 4</a:t>
            </a:r>
          </a:p>
          <a:p>
            <a:pPr marL="0" marR="0" lvl="0" indent="0" algn="ctr" rtl="0">
              <a:lnSpc>
                <a:spcPct val="100000"/>
              </a:lnSpc>
              <a:spcBef>
                <a:spcPts val="0"/>
              </a:spcBef>
              <a:spcAft>
                <a:spcPts val="0"/>
              </a:spcAft>
              <a:buClr>
                <a:schemeClr val="dk1"/>
              </a:buClr>
              <a:buFont typeface="Arial"/>
              <a:buNone/>
            </a:pPr>
            <a:r>
              <a:rPr lang="en-US" sz="1200" dirty="0">
                <a:solidFill>
                  <a:schemeClr val="dk1"/>
                </a:solidFill>
              </a:rPr>
              <a:t>Pp. 89-90</a:t>
            </a:r>
          </a:p>
          <a:p>
            <a:pPr marL="0" marR="0" lvl="0" indent="0" algn="ctr" rtl="0">
              <a:lnSpc>
                <a:spcPct val="100000"/>
              </a:lnSpc>
              <a:spcBef>
                <a:spcPts val="0"/>
              </a:spcBef>
              <a:spcAft>
                <a:spcPts val="0"/>
              </a:spcAft>
              <a:buClr>
                <a:schemeClr val="dk1"/>
              </a:buClr>
              <a:buFont typeface="Arial"/>
              <a:buNone/>
            </a:pPr>
            <a:r>
              <a:rPr lang="en-US" sz="1200" dirty="0">
                <a:solidFill>
                  <a:schemeClr val="dk1"/>
                </a:solidFill>
              </a:rPr>
              <a:t>Fig.  4-0-2</a:t>
            </a:r>
            <a:endParaRPr lang="en-US" sz="1200" dirty="0"/>
          </a:p>
        </p:txBody>
      </p:sp>
    </p:spTree>
    <p:extLst>
      <p:ext uri="{BB962C8B-B14F-4D97-AF65-F5344CB8AC3E}">
        <p14:creationId xmlns:p14="http://schemas.microsoft.com/office/powerpoint/2010/main" val="4015693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4">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4">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4">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2" name="Title 1">
            <a:extLst>
              <a:ext uri="{FF2B5EF4-FFF2-40B4-BE49-F238E27FC236}">
                <a16:creationId xmlns:a16="http://schemas.microsoft.com/office/drawing/2014/main" id="{E1BC1915-49A4-5BC2-EF90-77415D924B17}"/>
              </a:ext>
            </a:extLst>
          </p:cNvPr>
          <p:cNvSpPr>
            <a:spLocks noGrp="1"/>
          </p:cNvSpPr>
          <p:nvPr>
            <p:ph type="title"/>
          </p:nvPr>
        </p:nvSpPr>
        <p:spPr>
          <a:xfrm>
            <a:off x="1295400" y="304800"/>
            <a:ext cx="6553200" cy="641350"/>
          </a:xfrm>
        </p:spPr>
        <p:txBody>
          <a:bodyPr/>
          <a:lstStyle/>
          <a:p>
            <a:r>
              <a:rPr lang="en-US" sz="3600" b="1" dirty="0">
                <a:solidFill>
                  <a:srgbClr val="000000"/>
                </a:solidFill>
                <a:latin typeface="Arial" panose="020B0604020202020204" pitchFamily="34" charset="0"/>
              </a:rPr>
              <a:t>Object vs. Class</a:t>
            </a:r>
          </a:p>
        </p:txBody>
      </p:sp>
      <p:sp>
        <p:nvSpPr>
          <p:cNvPr id="125" name="Google Shape;125;p20"/>
          <p:cNvSpPr txBox="1">
            <a:spLocks noGrp="1"/>
          </p:cNvSpPr>
          <p:nvPr>
            <p:ph type="body" idx="1"/>
          </p:nvPr>
        </p:nvSpPr>
        <p:spPr>
          <a:xfrm>
            <a:off x="685800" y="1066800"/>
            <a:ext cx="7848600" cy="51816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Arial"/>
              <a:buChar char="•"/>
            </a:pPr>
            <a:r>
              <a:rPr lang="en-US" sz="3200" b="0" i="0" u="none" strike="noStrike" cap="none" dirty="0">
                <a:solidFill>
                  <a:schemeClr val="dk1"/>
                </a:solidFill>
                <a:latin typeface="Arial"/>
                <a:ea typeface="Arial"/>
                <a:cs typeface="Arial"/>
                <a:sym typeface="Arial"/>
              </a:rPr>
              <a:t>An "</a:t>
            </a:r>
            <a:r>
              <a:rPr lang="en-US" sz="3200" b="1" i="0" u="none" strike="noStrike" cap="none" dirty="0">
                <a:solidFill>
                  <a:srgbClr val="CC0000"/>
                </a:solidFill>
                <a:latin typeface="Arial"/>
                <a:ea typeface="Arial"/>
                <a:cs typeface="Arial"/>
                <a:sym typeface="Arial"/>
              </a:rPr>
              <a:t>object</a:t>
            </a:r>
            <a:r>
              <a:rPr lang="en-US" sz="3200" b="0" i="0" u="none" strike="noStrike" cap="none" dirty="0">
                <a:solidFill>
                  <a:schemeClr val="dk1"/>
                </a:solidFill>
                <a:latin typeface="Arial"/>
                <a:ea typeface="Arial"/>
                <a:cs typeface="Arial"/>
                <a:sym typeface="Arial"/>
              </a:rPr>
              <a:t>" is</a:t>
            </a:r>
            <a:endParaRPr lang="en-US" dirty="0"/>
          </a:p>
          <a:p>
            <a:pPr marL="742950" marR="0" lvl="1" indent="-285750" algn="l" rtl="0">
              <a:lnSpc>
                <a:spcPct val="100000"/>
              </a:lnSpc>
              <a:spcBef>
                <a:spcPts val="560"/>
              </a:spcBef>
              <a:spcAft>
                <a:spcPts val="0"/>
              </a:spcAft>
              <a:buClr>
                <a:schemeClr val="dk1"/>
              </a:buClr>
              <a:buSzPts val="2800"/>
              <a:buFont typeface="Arial"/>
              <a:buChar char="–"/>
            </a:pPr>
            <a:r>
              <a:rPr lang="en-US" sz="2800" b="0" i="0" u="none" strike="noStrike" cap="none" dirty="0">
                <a:solidFill>
                  <a:schemeClr val="dk1"/>
                </a:solidFill>
                <a:latin typeface="Arial"/>
                <a:ea typeface="Arial"/>
                <a:cs typeface="Arial"/>
                <a:sym typeface="Arial"/>
              </a:rPr>
              <a:t>anything that can be identified as </a:t>
            </a:r>
            <a:r>
              <a:rPr lang="en-US" sz="2800" b="0" i="0" u="none" strike="noStrike" cap="none" dirty="0">
                <a:solidFill>
                  <a:srgbClr val="A00000"/>
                </a:solidFill>
                <a:latin typeface="Arial"/>
                <a:ea typeface="Arial"/>
                <a:cs typeface="Arial"/>
                <a:sym typeface="Arial"/>
              </a:rPr>
              <a:t>unique</a:t>
            </a:r>
            <a:r>
              <a:rPr lang="en-US" sz="2800" b="0" i="0" u="none" strike="noStrike" cap="none" dirty="0">
                <a:solidFill>
                  <a:schemeClr val="dk1"/>
                </a:solidFill>
                <a:latin typeface="Arial"/>
                <a:ea typeface="Arial"/>
                <a:cs typeface="Arial"/>
                <a:sym typeface="Arial"/>
              </a:rPr>
              <a:t> from other things within a </a:t>
            </a:r>
            <a:r>
              <a:rPr lang="en-US" sz="2800" b="0" i="0" u="none" strike="noStrike" cap="none" dirty="0">
                <a:solidFill>
                  <a:srgbClr val="A00000"/>
                </a:solidFill>
                <a:latin typeface="Arial"/>
                <a:ea typeface="Arial"/>
                <a:cs typeface="Arial"/>
                <a:sym typeface="Arial"/>
              </a:rPr>
              <a:t>class</a:t>
            </a:r>
            <a:r>
              <a:rPr lang="en-US" sz="2800" b="0" i="0" u="none" strike="noStrike" cap="none" dirty="0">
                <a:solidFill>
                  <a:schemeClr val="dk1"/>
                </a:solidFill>
                <a:latin typeface="Arial"/>
                <a:ea typeface="Arial"/>
                <a:cs typeface="Arial"/>
                <a:sym typeface="Arial"/>
              </a:rPr>
              <a:t>.</a:t>
            </a:r>
            <a:endParaRPr lang="en-US" dirty="0"/>
          </a:p>
          <a:p>
            <a:pPr marL="342900" marR="0" lvl="0" indent="-342900" algn="l" rtl="0">
              <a:lnSpc>
                <a:spcPct val="100000"/>
              </a:lnSpc>
              <a:spcBef>
                <a:spcPts val="640"/>
              </a:spcBef>
              <a:spcAft>
                <a:spcPts val="0"/>
              </a:spcAft>
              <a:buClr>
                <a:schemeClr val="dk1"/>
              </a:buClr>
              <a:buSzPts val="3200"/>
              <a:buFont typeface="Arial"/>
              <a:buChar char="•"/>
            </a:pPr>
            <a:r>
              <a:rPr lang="en-US" sz="3200" b="0" i="0" u="none" strike="noStrike" cap="none" dirty="0">
                <a:solidFill>
                  <a:schemeClr val="dk1"/>
                </a:solidFill>
                <a:latin typeface="Arial"/>
                <a:ea typeface="Arial"/>
                <a:cs typeface="Arial"/>
                <a:sym typeface="Arial"/>
              </a:rPr>
              <a:t>How is an object unique?</a:t>
            </a:r>
            <a:endParaRPr lang="en-US" dirty="0"/>
          </a:p>
          <a:p>
            <a:pPr marL="742950" marR="0" lvl="1" indent="-285750" algn="l" rtl="0">
              <a:lnSpc>
                <a:spcPct val="100000"/>
              </a:lnSpc>
              <a:spcBef>
                <a:spcPts val="560"/>
              </a:spcBef>
              <a:spcAft>
                <a:spcPts val="0"/>
              </a:spcAft>
              <a:buClr>
                <a:schemeClr val="dk1"/>
              </a:buClr>
              <a:buSzPts val="2800"/>
              <a:buFont typeface="Arial"/>
              <a:buChar char="–"/>
            </a:pPr>
            <a:r>
              <a:rPr lang="en-US" sz="2800" b="0" i="0" u="none" strike="noStrike" cap="none" dirty="0">
                <a:solidFill>
                  <a:schemeClr val="dk1"/>
                </a:solidFill>
                <a:latin typeface="Arial"/>
                <a:ea typeface="Arial"/>
                <a:cs typeface="Arial"/>
                <a:sym typeface="Arial"/>
              </a:rPr>
              <a:t> has a name</a:t>
            </a:r>
            <a:endParaRPr lang="en-US" dirty="0"/>
          </a:p>
          <a:p>
            <a:pPr marL="742950" marR="0" lvl="1" indent="-285750" algn="l" rtl="0">
              <a:lnSpc>
                <a:spcPct val="100000"/>
              </a:lnSpc>
              <a:spcBef>
                <a:spcPts val="560"/>
              </a:spcBef>
              <a:spcAft>
                <a:spcPts val="0"/>
              </a:spcAft>
              <a:buClr>
                <a:schemeClr val="dk1"/>
              </a:buClr>
              <a:buSzPts val="2800"/>
              <a:buFont typeface="Arial"/>
              <a:buChar char="–"/>
            </a:pPr>
            <a:r>
              <a:rPr lang="en-US" sz="2800" b="0" i="0" u="none" strike="noStrike" cap="none" dirty="0">
                <a:solidFill>
                  <a:schemeClr val="dk1"/>
                </a:solidFill>
                <a:latin typeface="Arial"/>
                <a:ea typeface="Arial"/>
                <a:cs typeface="Arial"/>
                <a:sym typeface="Arial"/>
              </a:rPr>
              <a:t> has </a:t>
            </a:r>
            <a:r>
              <a:rPr lang="en-US" sz="2800" b="0" i="0" u="none" strike="noStrike" cap="none" dirty="0">
                <a:solidFill>
                  <a:srgbClr val="A00000"/>
                </a:solidFill>
                <a:latin typeface="Arial"/>
                <a:ea typeface="Arial"/>
                <a:cs typeface="Arial"/>
                <a:sym typeface="Arial"/>
              </a:rPr>
              <a:t>properties (attributes)</a:t>
            </a:r>
            <a:r>
              <a:rPr lang="en-US" sz="2800" b="0" i="0" u="none" strike="noStrike" cap="none" dirty="0">
                <a:solidFill>
                  <a:schemeClr val="dk1"/>
                </a:solidFill>
                <a:latin typeface="Arial"/>
                <a:ea typeface="Arial"/>
                <a:cs typeface="Arial"/>
                <a:sym typeface="Arial"/>
              </a:rPr>
              <a:t>:  </a:t>
            </a:r>
            <a:endParaRPr lang="en-US" dirty="0"/>
          </a:p>
          <a:p>
            <a:pPr marL="1143000" marR="0" lvl="2" indent="-228600" algn="l" rtl="0">
              <a:lnSpc>
                <a:spcPct val="100000"/>
              </a:lnSpc>
              <a:spcBef>
                <a:spcPts val="480"/>
              </a:spcBef>
              <a:spcAft>
                <a:spcPts val="0"/>
              </a:spcAft>
              <a:buClr>
                <a:schemeClr val="dk1"/>
              </a:buClr>
              <a:buSzPts val="2400"/>
              <a:buFont typeface="Arial"/>
              <a:buChar char="•"/>
            </a:pPr>
            <a:r>
              <a:rPr lang="en-US" sz="2400" b="0" i="0" u="none" strike="noStrike" cap="none" dirty="0">
                <a:solidFill>
                  <a:schemeClr val="dk1"/>
                </a:solidFill>
                <a:latin typeface="Arial"/>
                <a:ea typeface="Arial"/>
                <a:cs typeface="Arial"/>
                <a:sym typeface="Arial"/>
              </a:rPr>
              <a:t>width, height, color, location</a:t>
            </a:r>
            <a:endParaRPr lang="en-US" dirty="0"/>
          </a:p>
          <a:p>
            <a:pPr marL="742950" marR="0" lvl="1" indent="-285750" algn="l" rtl="0">
              <a:lnSpc>
                <a:spcPct val="100000"/>
              </a:lnSpc>
              <a:spcBef>
                <a:spcPts val="560"/>
              </a:spcBef>
              <a:spcAft>
                <a:spcPts val="0"/>
              </a:spcAft>
              <a:buClr>
                <a:schemeClr val="dk1"/>
              </a:buClr>
              <a:buSzPts val="2800"/>
              <a:buFont typeface="Arial"/>
              <a:buChar char="–"/>
            </a:pPr>
            <a:r>
              <a:rPr lang="en-US" sz="2800" b="0" i="0" u="none" strike="noStrike" cap="none" dirty="0">
                <a:solidFill>
                  <a:schemeClr val="dk1"/>
                </a:solidFill>
                <a:latin typeface="Arial"/>
                <a:ea typeface="Arial"/>
                <a:cs typeface="Arial"/>
                <a:sym typeface="Arial"/>
              </a:rPr>
              <a:t> can </a:t>
            </a:r>
            <a:r>
              <a:rPr lang="en-US" sz="2800" b="0" i="0" u="none" strike="noStrike" cap="none" dirty="0">
                <a:solidFill>
                  <a:srgbClr val="A00000"/>
                </a:solidFill>
                <a:latin typeface="Arial"/>
                <a:ea typeface="Arial"/>
                <a:cs typeface="Arial"/>
                <a:sym typeface="Arial"/>
              </a:rPr>
              <a:t>perform actions </a:t>
            </a:r>
            <a:r>
              <a:rPr lang="en-US" sz="2800" b="0" i="0" u="none" strike="noStrike" cap="none" dirty="0">
                <a:solidFill>
                  <a:schemeClr val="dk1"/>
                </a:solidFill>
                <a:latin typeface="Arial"/>
                <a:ea typeface="Arial"/>
                <a:cs typeface="Arial"/>
                <a:sym typeface="Arial"/>
              </a:rPr>
              <a:t>(</a:t>
            </a:r>
            <a:r>
              <a:rPr lang="en-US" sz="2800" b="0" i="0" u="none" strike="noStrike" cap="none" dirty="0">
                <a:solidFill>
                  <a:srgbClr val="A00000"/>
                </a:solidFill>
                <a:latin typeface="Arial"/>
                <a:ea typeface="Arial"/>
                <a:cs typeface="Arial"/>
                <a:sym typeface="Arial"/>
              </a:rPr>
              <a:t>methods</a:t>
            </a:r>
            <a:r>
              <a:rPr lang="en-US" sz="2800" b="0" i="0" u="none" strike="noStrike" cap="none" dirty="0">
                <a:solidFill>
                  <a:schemeClr val="dk1"/>
                </a:solidFill>
                <a:latin typeface="Arial"/>
                <a:ea typeface="Arial"/>
                <a:cs typeface="Arial"/>
                <a:sym typeface="Arial"/>
              </a:rPr>
              <a:t>):</a:t>
            </a:r>
            <a:endParaRPr lang="en-US" dirty="0"/>
          </a:p>
          <a:p>
            <a:pPr marL="1143000" marR="0" lvl="2" indent="-228600" algn="l" rtl="0">
              <a:lnSpc>
                <a:spcPct val="100000"/>
              </a:lnSpc>
              <a:spcBef>
                <a:spcPts val="480"/>
              </a:spcBef>
              <a:spcAft>
                <a:spcPts val="0"/>
              </a:spcAft>
              <a:buClr>
                <a:schemeClr val="dk1"/>
              </a:buClr>
              <a:buSzPts val="2400"/>
              <a:buFont typeface="Arial"/>
              <a:buChar char="•"/>
            </a:pPr>
            <a:r>
              <a:rPr lang="en-US" sz="2400" b="0" i="0" u="none" strike="noStrike" cap="none" dirty="0">
                <a:solidFill>
                  <a:schemeClr val="dk1"/>
                </a:solidFill>
                <a:latin typeface="Arial"/>
                <a:ea typeface="Arial"/>
                <a:cs typeface="Arial"/>
                <a:sym typeface="Arial"/>
              </a:rPr>
              <a:t>associated actions it can perform</a:t>
            </a:r>
            <a:endParaRPr lang="en-US" dirty="0"/>
          </a:p>
          <a:p>
            <a:pPr marL="1143000" marR="0" lvl="2" indent="-228600" algn="l" rtl="0">
              <a:lnSpc>
                <a:spcPct val="100000"/>
              </a:lnSpc>
              <a:spcBef>
                <a:spcPts val="480"/>
              </a:spcBef>
              <a:spcAft>
                <a:spcPts val="0"/>
              </a:spcAft>
              <a:buClr>
                <a:schemeClr val="dk1"/>
              </a:buClr>
              <a:buSzPts val="2400"/>
              <a:buFont typeface="Arial"/>
              <a:buChar char="•"/>
            </a:pPr>
            <a:r>
              <a:rPr lang="en-US" sz="2400" b="0" i="0" u="none" strike="noStrike" cap="none" dirty="0">
                <a:solidFill>
                  <a:schemeClr val="dk1"/>
                </a:solidFill>
                <a:latin typeface="Arial"/>
                <a:ea typeface="Arial"/>
                <a:cs typeface="Arial"/>
                <a:sym typeface="Arial"/>
              </a:rPr>
              <a:t>tasks it can carry out</a:t>
            </a:r>
            <a:endParaRPr lang="en-US" dirty="0"/>
          </a:p>
        </p:txBody>
      </p:sp>
    </p:spTree>
    <p:extLst>
      <p:ext uri="{BB962C8B-B14F-4D97-AF65-F5344CB8AC3E}">
        <p14:creationId xmlns:p14="http://schemas.microsoft.com/office/powerpoint/2010/main" val="30350518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2" name="Title 1">
            <a:extLst>
              <a:ext uri="{FF2B5EF4-FFF2-40B4-BE49-F238E27FC236}">
                <a16:creationId xmlns:a16="http://schemas.microsoft.com/office/drawing/2014/main" id="{ED7345FE-631A-356B-EBC4-863AAD072A27}"/>
              </a:ext>
            </a:extLst>
          </p:cNvPr>
          <p:cNvSpPr>
            <a:spLocks noGrp="1"/>
          </p:cNvSpPr>
          <p:nvPr>
            <p:ph type="title"/>
          </p:nvPr>
        </p:nvSpPr>
        <p:spPr>
          <a:xfrm>
            <a:off x="616450" y="172403"/>
            <a:ext cx="7695343" cy="641350"/>
          </a:xfrm>
        </p:spPr>
        <p:txBody>
          <a:bodyPr/>
          <a:lstStyle/>
          <a:p>
            <a:r>
              <a:rPr lang="en-US" sz="2800" b="1" dirty="0">
                <a:solidFill>
                  <a:srgbClr val="000000"/>
                </a:solidFill>
                <a:latin typeface="Arial" panose="020B0604020202020204" pitchFamily="34" charset="0"/>
              </a:rPr>
              <a:t>Methods and Properties (Attributes)</a:t>
            </a:r>
          </a:p>
        </p:txBody>
      </p:sp>
      <p:pic>
        <p:nvPicPr>
          <p:cNvPr id="35" name="Picture 2" descr="Informative graphic on Methods and Properties (Attributes) showing: Methods; Properties/&#10;Attributes; Methods and Properties (Attributes)." title="Methods and Properties (Attributes) Graphic">
            <a:extLst>
              <a:ext uri="{FF2B5EF4-FFF2-40B4-BE49-F238E27FC236}">
                <a16:creationId xmlns:a16="http://schemas.microsoft.com/office/drawing/2014/main" id="{8781B53A-1FA6-46E0-B53B-E9B3FF0CE19E}"/>
              </a:ext>
              <a:ext uri="{C183D7F6-B498-43B3-948B-1728B52AA6E4}">
                <adec:decorative xmlns:adec="http://schemas.microsoft.com/office/drawing/2017/decorative" val="0"/>
              </a:ext>
            </a:extLst>
          </p:cNvPr>
          <p:cNvPicPr>
            <a:picLocks noChangeAspect="1" noChangeArrowheads="1"/>
          </p:cNvPicPr>
          <p:nvPr/>
        </p:nvPicPr>
        <p:blipFill>
          <a:blip r:embed="rId3" cstate="print"/>
          <a:srcRect/>
          <a:stretch>
            <a:fillRect/>
          </a:stretch>
        </p:blipFill>
        <p:spPr bwMode="auto">
          <a:xfrm>
            <a:off x="1203959" y="2504440"/>
            <a:ext cx="3596831" cy="2514600"/>
          </a:xfrm>
          <a:prstGeom prst="rect">
            <a:avLst/>
          </a:prstGeom>
          <a:noFill/>
        </p:spPr>
      </p:pic>
      <p:pic>
        <p:nvPicPr>
          <p:cNvPr id="36" name="Picture 4" descr="Informative graphic on Methods and Properties (Attributes) showing: Methods; Properties/&#10;Attributes; Methods and Properties (Attributes)." title="Methods and Properties (Attributes) Graphic">
            <a:extLst>
              <a:ext uri="{FF2B5EF4-FFF2-40B4-BE49-F238E27FC236}">
                <a16:creationId xmlns:a16="http://schemas.microsoft.com/office/drawing/2014/main" id="{7D973CC5-B43C-4E55-B29D-AC172ECED547}"/>
              </a:ext>
              <a:ext uri="{C183D7F6-B498-43B3-948B-1728B52AA6E4}">
                <adec:decorative xmlns:adec="http://schemas.microsoft.com/office/drawing/2017/decorative" val="0"/>
              </a:ext>
            </a:extLst>
          </p:cNvPr>
          <p:cNvPicPr>
            <a:picLocks noChangeAspect="1" noChangeArrowheads="1"/>
          </p:cNvPicPr>
          <p:nvPr/>
        </p:nvPicPr>
        <p:blipFill>
          <a:blip r:embed="rId4" cstate="print"/>
          <a:srcRect/>
          <a:stretch>
            <a:fillRect/>
          </a:stretch>
        </p:blipFill>
        <p:spPr bwMode="auto">
          <a:xfrm>
            <a:off x="5242560" y="2428240"/>
            <a:ext cx="2970646" cy="2362200"/>
          </a:xfrm>
          <a:prstGeom prst="rect">
            <a:avLst/>
          </a:prstGeom>
          <a:noFill/>
        </p:spPr>
      </p:pic>
      <p:sp>
        <p:nvSpPr>
          <p:cNvPr id="4" name="TextBox 3">
            <a:extLst>
              <a:ext uri="{FF2B5EF4-FFF2-40B4-BE49-F238E27FC236}">
                <a16:creationId xmlns:a16="http://schemas.microsoft.com/office/drawing/2014/main" id="{2C433795-7B37-5D2B-02E4-CD8CBD64A281}"/>
              </a:ext>
            </a:extLst>
          </p:cNvPr>
          <p:cNvSpPr txBox="1"/>
          <p:nvPr/>
        </p:nvSpPr>
        <p:spPr>
          <a:xfrm>
            <a:off x="5547549" y="3666324"/>
            <a:ext cx="1180334" cy="738664"/>
          </a:xfrm>
          <a:prstGeom prst="rect">
            <a:avLst/>
          </a:prstGeom>
          <a:solidFill>
            <a:srgbClr val="FFC000"/>
          </a:solidFill>
        </p:spPr>
        <p:txBody>
          <a:bodyPr wrap="square" rtlCol="0">
            <a:spAutoFit/>
          </a:bodyPr>
          <a:lstStyle/>
          <a:p>
            <a:pPr algn="ctr"/>
            <a:endParaRPr lang="en-US" dirty="0"/>
          </a:p>
          <a:p>
            <a:pPr algn="ctr"/>
            <a:r>
              <a:rPr lang="en-US" dirty="0"/>
              <a:t>Methods</a:t>
            </a:r>
          </a:p>
          <a:p>
            <a:pPr algn="ctr"/>
            <a:endParaRPr lang="en-US" dirty="0"/>
          </a:p>
        </p:txBody>
      </p:sp>
      <p:pic>
        <p:nvPicPr>
          <p:cNvPr id="6" name="Picture 5" descr="Informative graphic on Methods and Properties (Attributes) showing: Methods; Properties/&#10;Attributes; Methods and Properties (Attributes)." title="Methods and Properties (Attributes) Graphic">
            <a:extLst>
              <a:ext uri="{FF2B5EF4-FFF2-40B4-BE49-F238E27FC236}">
                <a16:creationId xmlns:a16="http://schemas.microsoft.com/office/drawing/2014/main" id="{91A91C0D-DEA5-8681-019D-AAE0534F0208}"/>
              </a:ext>
              <a:ext uri="{C183D7F6-B498-43B3-948B-1728B52AA6E4}">
                <adec:decorative xmlns:adec="http://schemas.microsoft.com/office/drawing/2017/decorative" val="0"/>
              </a:ext>
            </a:extLst>
          </p:cNvPr>
          <p:cNvPicPr>
            <a:picLocks noChangeAspect="1"/>
          </p:cNvPicPr>
          <p:nvPr/>
        </p:nvPicPr>
        <p:blipFill>
          <a:blip r:embed="rId5"/>
          <a:stretch>
            <a:fillRect/>
          </a:stretch>
        </p:blipFill>
        <p:spPr>
          <a:xfrm>
            <a:off x="5547549" y="3690613"/>
            <a:ext cx="1352550" cy="714375"/>
          </a:xfrm>
          <a:prstGeom prst="rect">
            <a:avLst/>
          </a:prstGeom>
        </p:spPr>
      </p:pic>
      <p:sp>
        <p:nvSpPr>
          <p:cNvPr id="7" name="TextBox 6">
            <a:extLst>
              <a:ext uri="{FF2B5EF4-FFF2-40B4-BE49-F238E27FC236}">
                <a16:creationId xmlns:a16="http://schemas.microsoft.com/office/drawing/2014/main" id="{B5D472DB-0CF2-CBC3-334C-6CFD987DF5C3}"/>
              </a:ext>
            </a:extLst>
          </p:cNvPr>
          <p:cNvSpPr txBox="1"/>
          <p:nvPr/>
        </p:nvSpPr>
        <p:spPr>
          <a:xfrm>
            <a:off x="6945400" y="3761740"/>
            <a:ext cx="1050288" cy="523220"/>
          </a:xfrm>
          <a:prstGeom prst="rect">
            <a:avLst/>
          </a:prstGeom>
          <a:solidFill>
            <a:srgbClr val="92D050"/>
          </a:solidFill>
        </p:spPr>
        <p:txBody>
          <a:bodyPr wrap="none" rtlCol="0">
            <a:spAutoFit/>
          </a:bodyPr>
          <a:lstStyle/>
          <a:p>
            <a:r>
              <a:rPr lang="en-US" dirty="0"/>
              <a:t>Properties/</a:t>
            </a:r>
          </a:p>
          <a:p>
            <a:r>
              <a:rPr lang="en-US" dirty="0"/>
              <a:t>Attributes</a:t>
            </a:r>
          </a:p>
        </p:txBody>
      </p:sp>
      <p:pic>
        <p:nvPicPr>
          <p:cNvPr id="9" name="Picture 8" descr="Informative graphic on Methods and Properties (Attributes) showing: Methods; Properties/&#10;Attributes; Methods and Properties (Attributes)." title="Methods and Properties (Attributes) Graphic">
            <a:extLst>
              <a:ext uri="{FF2B5EF4-FFF2-40B4-BE49-F238E27FC236}">
                <a16:creationId xmlns:a16="http://schemas.microsoft.com/office/drawing/2014/main" id="{9C5D9557-6411-CB48-5350-2BD0BF9186DF}"/>
              </a:ext>
              <a:ext uri="{C183D7F6-B498-43B3-948B-1728B52AA6E4}">
                <adec:decorative xmlns:adec="http://schemas.microsoft.com/office/drawing/2017/decorative" val="0"/>
              </a:ext>
            </a:extLst>
          </p:cNvPr>
          <p:cNvPicPr>
            <a:picLocks noChangeAspect="1"/>
          </p:cNvPicPr>
          <p:nvPr/>
        </p:nvPicPr>
        <p:blipFill>
          <a:blip r:embed="rId6"/>
          <a:stretch>
            <a:fillRect/>
          </a:stretch>
        </p:blipFill>
        <p:spPr>
          <a:xfrm>
            <a:off x="7037156" y="3713787"/>
            <a:ext cx="866775" cy="619125"/>
          </a:xfrm>
          <a:prstGeom prst="rect">
            <a:avLst/>
          </a:prstGeom>
        </p:spPr>
      </p:pic>
    </p:spTree>
    <p:extLst>
      <p:ext uri="{BB962C8B-B14F-4D97-AF65-F5344CB8AC3E}">
        <p14:creationId xmlns:p14="http://schemas.microsoft.com/office/powerpoint/2010/main" val="3193490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additive="base">
                                        <p:cTn id="14" dur="500" fill="hold"/>
                                        <p:tgtEl>
                                          <p:spTgt spid="9"/>
                                        </p:tgtEl>
                                        <p:attrNameLst>
                                          <p:attrName>ppt_x</p:attrName>
                                        </p:attrNameLst>
                                      </p:cBhvr>
                                      <p:tavLst>
                                        <p:tav tm="0">
                                          <p:val>
                                            <p:strVal val="#ppt_x"/>
                                          </p:val>
                                        </p:tav>
                                        <p:tav tm="100000">
                                          <p:val>
                                            <p:strVal val="#ppt_x"/>
                                          </p:val>
                                        </p:tav>
                                      </p:tavLst>
                                    </p:anim>
                                    <p:anim calcmode="lin" valueType="num">
                                      <p:cBhvr additive="base">
                                        <p:cTn id="15"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02">
          <a:extLst>
            <a:ext uri="{FF2B5EF4-FFF2-40B4-BE49-F238E27FC236}">
              <a16:creationId xmlns:a16="http://schemas.microsoft.com/office/drawing/2014/main" id="{9583D070-C559-64B3-E65F-DAC6D26F0D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C290B4-9051-B4BE-83CD-75402AFF14E5}"/>
              </a:ext>
            </a:extLst>
          </p:cNvPr>
          <p:cNvSpPr>
            <a:spLocks noGrp="1"/>
          </p:cNvSpPr>
          <p:nvPr>
            <p:ph type="title"/>
          </p:nvPr>
        </p:nvSpPr>
        <p:spPr>
          <a:xfrm>
            <a:off x="1" y="119866"/>
            <a:ext cx="8979612" cy="641350"/>
          </a:xfrm>
        </p:spPr>
        <p:txBody>
          <a:bodyPr/>
          <a:lstStyle/>
          <a:p>
            <a:r>
              <a:rPr lang="en-US" sz="2800" b="1" dirty="0">
                <a:solidFill>
                  <a:srgbClr val="000000"/>
                </a:solidFill>
                <a:latin typeface="Arial" panose="020B0604020202020204" pitchFamily="34" charset="0"/>
              </a:rPr>
              <a:t>Object-Oriented Programming: Class and Objects</a:t>
            </a:r>
          </a:p>
        </p:txBody>
      </p:sp>
      <p:sp>
        <p:nvSpPr>
          <p:cNvPr id="3" name="Text Placeholder 2">
            <a:extLst>
              <a:ext uri="{FF2B5EF4-FFF2-40B4-BE49-F238E27FC236}">
                <a16:creationId xmlns:a16="http://schemas.microsoft.com/office/drawing/2014/main" id="{A77C267E-2B6D-D067-044F-F250F8A1D77E}"/>
              </a:ext>
            </a:extLst>
          </p:cNvPr>
          <p:cNvSpPr>
            <a:spLocks noGrp="1"/>
          </p:cNvSpPr>
          <p:nvPr>
            <p:ph type="body" idx="1"/>
          </p:nvPr>
        </p:nvSpPr>
        <p:spPr>
          <a:xfrm>
            <a:off x="267187" y="1030443"/>
            <a:ext cx="8619960" cy="4525962"/>
          </a:xfrm>
        </p:spPr>
        <p:txBody>
          <a:bodyPr/>
          <a:lstStyle/>
          <a:p>
            <a:pPr marL="25400" indent="0">
              <a:buNone/>
            </a:pPr>
            <a:r>
              <a:rPr lang="en-US" sz="2800" dirty="0"/>
              <a:t>In Object-Oriented Programming</a:t>
            </a:r>
          </a:p>
          <a:p>
            <a:r>
              <a:rPr lang="en-US" sz="2800" dirty="0"/>
              <a:t>A Class is </a:t>
            </a:r>
            <a:r>
              <a:rPr lang="en-US" sz="2800" dirty="0">
                <a:solidFill>
                  <a:srgbClr val="A00000"/>
                </a:solidFill>
              </a:rPr>
              <a:t>a blue-print or template </a:t>
            </a:r>
            <a:r>
              <a:rPr lang="en-US" sz="2800" dirty="0"/>
              <a:t>that defines objects, attributes (properties), and methods (actions, behaviors) that belong to the class itself. – think of a class as a defined group.</a:t>
            </a:r>
          </a:p>
          <a:p>
            <a:r>
              <a:rPr lang="en-US" dirty="0"/>
              <a:t>An object within a class is, thus, a </a:t>
            </a:r>
            <a:r>
              <a:rPr lang="en-US" dirty="0">
                <a:solidFill>
                  <a:srgbClr val="A00000"/>
                </a:solidFill>
              </a:rPr>
              <a:t>specific instance</a:t>
            </a:r>
            <a:r>
              <a:rPr lang="en-US" dirty="0"/>
              <a:t> of the given class.</a:t>
            </a:r>
          </a:p>
          <a:p>
            <a:endParaRPr lang="en-US" sz="2800" dirty="0"/>
          </a:p>
          <a:p>
            <a:endParaRPr lang="en-US" sz="2800" dirty="0"/>
          </a:p>
        </p:txBody>
      </p:sp>
      <p:pic>
        <p:nvPicPr>
          <p:cNvPr id="35" name="Picture 2" descr="Informative graphic on Object-Oriented Programming: Class and Objects showing: In Object-Oriented Programming&#10;A Class is a blue-print or template that defines objects, attributes (properties), and methods (actions, behaviors) that belong to the class itself. – think of a class as a defined group.&#10;An object within a class is, thus, a specific instance of the given class.; Object-Oriented Programming: Class and Objects." title="Object-Oriented Programming: Class and Objects Graphic">
            <a:extLst>
              <a:ext uri="{FF2B5EF4-FFF2-40B4-BE49-F238E27FC236}">
                <a16:creationId xmlns:a16="http://schemas.microsoft.com/office/drawing/2014/main" id="{D5AAEBC6-3602-6491-B047-850D2D7AAF2A}"/>
              </a:ext>
              <a:ext uri="{C183D7F6-B498-43B3-948B-1728B52AA6E4}">
                <adec:decorative xmlns:adec="http://schemas.microsoft.com/office/drawing/2017/decorative" val="0"/>
              </a:ext>
            </a:extLst>
          </p:cNvPr>
          <p:cNvPicPr>
            <a:picLocks noChangeAspect="1" noChangeArrowheads="1"/>
          </p:cNvPicPr>
          <p:nvPr/>
        </p:nvPicPr>
        <p:blipFill>
          <a:blip r:embed="rId3" cstate="print"/>
          <a:srcRect/>
          <a:stretch>
            <a:fillRect/>
          </a:stretch>
        </p:blipFill>
        <p:spPr bwMode="auto">
          <a:xfrm>
            <a:off x="5609749" y="4553550"/>
            <a:ext cx="2635165" cy="1842285"/>
          </a:xfrm>
          <a:prstGeom prst="rect">
            <a:avLst/>
          </a:prstGeom>
          <a:noFill/>
        </p:spPr>
      </p:pic>
    </p:spTree>
    <p:extLst>
      <p:ext uri="{BB962C8B-B14F-4D97-AF65-F5344CB8AC3E}">
        <p14:creationId xmlns:p14="http://schemas.microsoft.com/office/powerpoint/2010/main" val="4216585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97A03-4862-4B5F-AD92-D3DB3EBA6A46}"/>
              </a:ext>
            </a:extLst>
          </p:cNvPr>
          <p:cNvSpPr>
            <a:spLocks noGrp="1"/>
          </p:cNvSpPr>
          <p:nvPr>
            <p:ph type="title"/>
          </p:nvPr>
        </p:nvSpPr>
        <p:spPr/>
        <p:txBody>
          <a:bodyPr/>
          <a:lstStyle/>
          <a:p>
            <a:r>
              <a:rPr lang="en-US" sz="3200" dirty="0"/>
              <a:t>Terms, Definitions, Concepts</a:t>
            </a:r>
          </a:p>
        </p:txBody>
      </p:sp>
      <p:sp>
        <p:nvSpPr>
          <p:cNvPr id="3" name="Text Placeholder 2">
            <a:extLst>
              <a:ext uri="{FF2B5EF4-FFF2-40B4-BE49-F238E27FC236}">
                <a16:creationId xmlns:a16="http://schemas.microsoft.com/office/drawing/2014/main" id="{0E1A1E2D-A456-49C2-AB6E-7E2493E7F93F}"/>
              </a:ext>
            </a:extLst>
          </p:cNvPr>
          <p:cNvSpPr>
            <a:spLocks noGrp="1"/>
          </p:cNvSpPr>
          <p:nvPr>
            <p:ph type="body" idx="1"/>
          </p:nvPr>
        </p:nvSpPr>
        <p:spPr>
          <a:xfrm>
            <a:off x="457200" y="909320"/>
            <a:ext cx="4038600" cy="4525963"/>
          </a:xfrm>
        </p:spPr>
        <p:txBody>
          <a:bodyPr/>
          <a:lstStyle/>
          <a:p>
            <a:r>
              <a:rPr lang="en-US" sz="2000" dirty="0"/>
              <a:t>class</a:t>
            </a:r>
          </a:p>
          <a:p>
            <a:r>
              <a:rPr lang="en-US" sz="2000" dirty="0"/>
              <a:t>object</a:t>
            </a:r>
          </a:p>
          <a:p>
            <a:r>
              <a:rPr lang="en-US" sz="2000" dirty="0"/>
              <a:t>properties (attributes)</a:t>
            </a:r>
          </a:p>
          <a:p>
            <a:r>
              <a:rPr lang="en-US" sz="2000" dirty="0"/>
              <a:t>methods</a:t>
            </a:r>
          </a:p>
          <a:p>
            <a:r>
              <a:rPr lang="en-US" sz="2000" dirty="0"/>
              <a:t>instance</a:t>
            </a:r>
          </a:p>
          <a:p>
            <a:r>
              <a:rPr lang="en-US" sz="2000" dirty="0"/>
              <a:t>user</a:t>
            </a:r>
          </a:p>
          <a:p>
            <a:r>
              <a:rPr lang="en-US" sz="2000" dirty="0"/>
              <a:t>tree</a:t>
            </a:r>
          </a:p>
          <a:p>
            <a:r>
              <a:rPr lang="en-US" sz="2000" dirty="0"/>
              <a:t>interactive, event driven (p334)</a:t>
            </a:r>
          </a:p>
          <a:p>
            <a:endParaRPr lang="en-US" sz="2000" dirty="0"/>
          </a:p>
        </p:txBody>
      </p:sp>
      <p:sp>
        <p:nvSpPr>
          <p:cNvPr id="4" name="Text Placeholder 3">
            <a:extLst>
              <a:ext uri="{FF2B5EF4-FFF2-40B4-BE49-F238E27FC236}">
                <a16:creationId xmlns:a16="http://schemas.microsoft.com/office/drawing/2014/main" id="{02DA9332-1DF0-4771-B31E-10EB0FB27708}"/>
              </a:ext>
            </a:extLst>
          </p:cNvPr>
          <p:cNvSpPr>
            <a:spLocks noGrp="1"/>
          </p:cNvSpPr>
          <p:nvPr>
            <p:ph type="body" idx="2"/>
          </p:nvPr>
        </p:nvSpPr>
        <p:spPr>
          <a:xfrm>
            <a:off x="4648202" y="909319"/>
            <a:ext cx="4038600" cy="4525963"/>
          </a:xfrm>
        </p:spPr>
        <p:txBody>
          <a:bodyPr/>
          <a:lstStyle/>
          <a:p>
            <a:pPr marL="342900" indent="-342900">
              <a:spcBef>
                <a:spcPts val="0"/>
              </a:spcBef>
              <a:buSzPts val="2400"/>
            </a:pPr>
            <a:r>
              <a:rPr lang="en-US" sz="2000" dirty="0"/>
              <a:t>world</a:t>
            </a:r>
          </a:p>
          <a:p>
            <a:pPr marL="342900" indent="-342900">
              <a:spcBef>
                <a:spcPts val="0"/>
              </a:spcBef>
              <a:buSzPts val="2400"/>
            </a:pPr>
            <a:r>
              <a:rPr lang="en-US" sz="2000" dirty="0"/>
              <a:t>scene, scene editor (p.337)</a:t>
            </a:r>
          </a:p>
          <a:p>
            <a:pPr marL="342900" indent="-342900">
              <a:spcBef>
                <a:spcPts val="0"/>
              </a:spcBef>
              <a:buSzPts val="2400"/>
            </a:pPr>
            <a:r>
              <a:rPr lang="en-US" sz="2000" dirty="0"/>
              <a:t>Add objects (p.337)</a:t>
            </a:r>
          </a:p>
          <a:p>
            <a:pPr marL="342900" indent="-342900">
              <a:spcBef>
                <a:spcPts val="0"/>
              </a:spcBef>
              <a:buSzPts val="2400"/>
            </a:pPr>
            <a:r>
              <a:rPr lang="en-US" sz="2000" dirty="0"/>
              <a:t>object tree</a:t>
            </a:r>
          </a:p>
          <a:p>
            <a:pPr marL="342900" indent="-342900">
              <a:spcBef>
                <a:spcPts val="0"/>
              </a:spcBef>
              <a:buSzPts val="2400"/>
            </a:pPr>
            <a:r>
              <a:rPr lang="en-US" sz="2000" dirty="0"/>
              <a:t>object details</a:t>
            </a:r>
          </a:p>
          <a:p>
            <a:pPr marL="342900" lvl="0" indent="-342900">
              <a:spcBef>
                <a:spcPts val="0"/>
              </a:spcBef>
              <a:buSzPts val="2400"/>
            </a:pPr>
            <a:r>
              <a:rPr lang="en-US" sz="2000" dirty="0"/>
              <a:t>properties (attributes)</a:t>
            </a:r>
          </a:p>
          <a:p>
            <a:pPr marL="342900" lvl="0" indent="-342900">
              <a:spcBef>
                <a:spcPts val="0"/>
              </a:spcBef>
              <a:buSzPts val="2400"/>
            </a:pPr>
            <a:r>
              <a:rPr lang="en-US" sz="2000" dirty="0"/>
              <a:t>methods, methods editor</a:t>
            </a:r>
          </a:p>
          <a:p>
            <a:pPr marL="342900" lvl="0" indent="-342900">
              <a:spcBef>
                <a:spcPts val="480"/>
              </a:spcBef>
              <a:buSzPts val="2400"/>
            </a:pPr>
            <a:r>
              <a:rPr lang="en-US" sz="2000" dirty="0"/>
              <a:t>mouse control buttons (A-1-20)</a:t>
            </a:r>
          </a:p>
          <a:p>
            <a:pPr marL="342900" lvl="0" indent="-342900">
              <a:spcBef>
                <a:spcPts val="480"/>
              </a:spcBef>
              <a:buSzPts val="2400"/>
            </a:pPr>
            <a:r>
              <a:rPr lang="en-US" sz="2000" dirty="0"/>
              <a:t>camera control (A-1-30)</a:t>
            </a:r>
          </a:p>
          <a:p>
            <a:pPr marL="342900" lvl="0" indent="-342900">
              <a:spcBef>
                <a:spcPts val="480"/>
              </a:spcBef>
              <a:buSzPts val="2400"/>
            </a:pPr>
            <a:r>
              <a:rPr lang="en-US" sz="2000" dirty="0"/>
              <a:t>single view, quad view</a:t>
            </a:r>
          </a:p>
          <a:p>
            <a:pPr marL="342900" lvl="0" indent="-342900">
              <a:spcBef>
                <a:spcPts val="480"/>
              </a:spcBef>
              <a:buSzPts val="2400"/>
            </a:pPr>
            <a:r>
              <a:rPr lang="en-US" sz="2000" dirty="0"/>
              <a:t>Subparts (A-1-21)</a:t>
            </a:r>
          </a:p>
          <a:p>
            <a:pPr marL="342900" lvl="0" indent="-342900">
              <a:spcBef>
                <a:spcPts val="480"/>
              </a:spcBef>
              <a:buSzPts val="2400"/>
            </a:pPr>
            <a:r>
              <a:rPr lang="en-US" sz="2000" dirty="0"/>
              <a:t>events</a:t>
            </a:r>
          </a:p>
          <a:p>
            <a:pPr marL="342900" lvl="0" indent="-342900">
              <a:spcBef>
                <a:spcPts val="480"/>
              </a:spcBef>
              <a:buSzPts val="2400"/>
            </a:pPr>
            <a:r>
              <a:rPr lang="en-US" sz="2000" dirty="0"/>
              <a:t>bounding box</a:t>
            </a:r>
          </a:p>
          <a:p>
            <a:pPr marL="342900" lvl="0" indent="-342900">
              <a:spcBef>
                <a:spcPts val="480"/>
              </a:spcBef>
              <a:buSzPts val="2400"/>
            </a:pPr>
            <a:r>
              <a:rPr lang="en-US" sz="2000" dirty="0"/>
              <a:t>Center of an object</a:t>
            </a:r>
          </a:p>
          <a:p>
            <a:pPr marL="342900" lvl="0" indent="-342900">
              <a:spcBef>
                <a:spcPts val="480"/>
              </a:spcBef>
              <a:buSzPts val="2400"/>
            </a:pPr>
            <a:r>
              <a:rPr lang="en-US" sz="2000" dirty="0"/>
              <a:t>Tool kit of buttons (p.339)</a:t>
            </a:r>
          </a:p>
          <a:p>
            <a:pPr marL="342900" lvl="0" indent="-342900">
              <a:spcBef>
                <a:spcPts val="480"/>
              </a:spcBef>
              <a:buSzPts val="2400"/>
            </a:pPr>
            <a:r>
              <a:rPr lang="en-US" sz="2000" dirty="0"/>
              <a:t>Search Gallery (p.337)</a:t>
            </a:r>
          </a:p>
          <a:p>
            <a:pPr marL="342900" lvl="0" indent="-342900">
              <a:spcBef>
                <a:spcPts val="480"/>
              </a:spcBef>
              <a:buSzPts val="2400"/>
            </a:pPr>
            <a:r>
              <a:rPr lang="en-US" sz="2000" dirty="0"/>
              <a:t>Undo (A-1-18)</a:t>
            </a:r>
          </a:p>
          <a:p>
            <a:endParaRPr lang="en-US" sz="2000" dirty="0"/>
          </a:p>
        </p:txBody>
      </p:sp>
    </p:spTree>
    <p:extLst>
      <p:ext uri="{BB962C8B-B14F-4D97-AF65-F5344CB8AC3E}">
        <p14:creationId xmlns:p14="http://schemas.microsoft.com/office/powerpoint/2010/main" val="2090686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2" name="Title 1">
            <a:extLst>
              <a:ext uri="{FF2B5EF4-FFF2-40B4-BE49-F238E27FC236}">
                <a16:creationId xmlns:a16="http://schemas.microsoft.com/office/drawing/2014/main" id="{497EB3B1-25D4-1EA1-0A49-9064CBCA69B5}"/>
              </a:ext>
            </a:extLst>
          </p:cNvPr>
          <p:cNvSpPr>
            <a:spLocks noGrp="1"/>
          </p:cNvSpPr>
          <p:nvPr>
            <p:ph type="title"/>
          </p:nvPr>
        </p:nvSpPr>
        <p:spPr>
          <a:xfrm>
            <a:off x="2438400" y="304800"/>
            <a:ext cx="4419600" cy="641350"/>
          </a:xfrm>
        </p:spPr>
        <p:txBody>
          <a:bodyPr/>
          <a:lstStyle/>
          <a:p>
            <a:r>
              <a:rPr lang="en-US" sz="3600" b="1" dirty="0">
                <a:solidFill>
                  <a:srgbClr val="000000"/>
                </a:solidFill>
                <a:latin typeface="Arial" panose="020B0604020202020204" pitchFamily="34" charset="0"/>
              </a:rPr>
              <a:t>Summary</a:t>
            </a:r>
          </a:p>
        </p:txBody>
      </p:sp>
      <p:sp>
        <p:nvSpPr>
          <p:cNvPr id="170" name="Google Shape;170;p26"/>
          <p:cNvSpPr txBox="1">
            <a:spLocks noGrp="1"/>
          </p:cNvSpPr>
          <p:nvPr>
            <p:ph type="body" idx="1"/>
          </p:nvPr>
        </p:nvSpPr>
        <p:spPr>
          <a:xfrm>
            <a:off x="762000" y="1488440"/>
            <a:ext cx="8133080" cy="48006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400"/>
              <a:buFont typeface="Arial"/>
              <a:buChar char="•"/>
            </a:pPr>
            <a:r>
              <a:rPr lang="en-US" sz="2000" b="0" i="0" u="none" strike="noStrike" cap="none" dirty="0">
                <a:solidFill>
                  <a:schemeClr val="dk1"/>
                </a:solidFill>
                <a:latin typeface="Arial"/>
                <a:ea typeface="Arial"/>
                <a:cs typeface="Arial"/>
                <a:sym typeface="Arial"/>
              </a:rPr>
              <a:t>How to start Alice</a:t>
            </a:r>
            <a:endParaRPr lang="en-US" sz="2000" dirty="0"/>
          </a:p>
          <a:p>
            <a:pPr marL="342900" marR="0" lvl="0" indent="-342900" algn="l" rtl="0">
              <a:lnSpc>
                <a:spcPct val="100000"/>
              </a:lnSpc>
              <a:spcBef>
                <a:spcPts val="480"/>
              </a:spcBef>
              <a:spcAft>
                <a:spcPts val="0"/>
              </a:spcAft>
              <a:buClr>
                <a:schemeClr val="dk1"/>
              </a:buClr>
              <a:buSzPts val="2400"/>
              <a:buFont typeface="Arial"/>
              <a:buChar char="•"/>
            </a:pPr>
            <a:r>
              <a:rPr lang="en-US" sz="2000" b="0" i="0" u="none" strike="noStrike" cap="none" dirty="0">
                <a:solidFill>
                  <a:schemeClr val="dk1"/>
                </a:solidFill>
                <a:latin typeface="Arial"/>
                <a:ea typeface="Arial"/>
                <a:cs typeface="Arial"/>
                <a:sym typeface="Arial"/>
              </a:rPr>
              <a:t>How to open a saved world</a:t>
            </a:r>
            <a:endParaRPr lang="en-US" sz="2000" dirty="0"/>
          </a:p>
          <a:p>
            <a:pPr marL="342900" marR="0" lvl="0" indent="-342900" algn="l" rtl="0">
              <a:lnSpc>
                <a:spcPct val="100000"/>
              </a:lnSpc>
              <a:spcBef>
                <a:spcPts val="480"/>
              </a:spcBef>
              <a:spcAft>
                <a:spcPts val="0"/>
              </a:spcAft>
              <a:buClr>
                <a:schemeClr val="dk1"/>
              </a:buClr>
              <a:buSzPts val="2400"/>
              <a:buFont typeface="Arial"/>
              <a:buChar char="•"/>
            </a:pPr>
            <a:r>
              <a:rPr lang="en-US" sz="2000" b="0" i="0" u="none" strike="noStrike" cap="none" dirty="0">
                <a:solidFill>
                  <a:schemeClr val="dk1"/>
                </a:solidFill>
                <a:latin typeface="Arial"/>
                <a:ea typeface="Arial"/>
                <a:cs typeface="Arial"/>
                <a:sym typeface="Arial"/>
              </a:rPr>
              <a:t>How to play and stop a world</a:t>
            </a:r>
            <a:endParaRPr lang="en-US" sz="2000" dirty="0"/>
          </a:p>
          <a:p>
            <a:pPr marL="342900" marR="0" lvl="0" indent="-342900" algn="l" rtl="0">
              <a:lnSpc>
                <a:spcPct val="100000"/>
              </a:lnSpc>
              <a:spcBef>
                <a:spcPts val="480"/>
              </a:spcBef>
              <a:spcAft>
                <a:spcPts val="0"/>
              </a:spcAft>
              <a:buClr>
                <a:schemeClr val="dk1"/>
              </a:buClr>
              <a:buSzPts val="2400"/>
              <a:buFont typeface="Arial"/>
              <a:buChar char="•"/>
            </a:pPr>
            <a:r>
              <a:rPr lang="en-US" sz="2000" b="0" i="0" u="none" strike="noStrike" cap="none" dirty="0">
                <a:solidFill>
                  <a:schemeClr val="dk1"/>
                </a:solidFill>
                <a:latin typeface="Arial"/>
                <a:ea typeface="Arial"/>
                <a:cs typeface="Arial"/>
                <a:sym typeface="Arial"/>
              </a:rPr>
              <a:t>Running interactive worlds </a:t>
            </a:r>
            <a:r>
              <a:rPr lang="en-US" sz="2000" dirty="0"/>
              <a:t>w/</a:t>
            </a:r>
            <a:r>
              <a:rPr lang="en-US" sz="2000" b="0" i="0" u="none" strike="noStrike" cap="none" dirty="0">
                <a:solidFill>
                  <a:schemeClr val="dk1"/>
                </a:solidFill>
                <a:latin typeface="Arial"/>
                <a:ea typeface="Arial"/>
                <a:cs typeface="Arial"/>
                <a:sym typeface="Arial"/>
              </a:rPr>
              <a:t> events and responses</a:t>
            </a:r>
            <a:endParaRPr lang="en-US" sz="2000" dirty="0"/>
          </a:p>
          <a:p>
            <a:pPr marL="342900" marR="0" lvl="0" indent="-342900" algn="l" rtl="0">
              <a:lnSpc>
                <a:spcPct val="100000"/>
              </a:lnSpc>
              <a:spcBef>
                <a:spcPts val="480"/>
              </a:spcBef>
              <a:spcAft>
                <a:spcPts val="0"/>
              </a:spcAft>
              <a:buClr>
                <a:schemeClr val="dk1"/>
              </a:buClr>
              <a:buSzPts val="2400"/>
              <a:buFont typeface="Arial"/>
              <a:buChar char="•"/>
            </a:pPr>
            <a:r>
              <a:rPr lang="en-US" sz="2000" b="0" i="0" u="none" strike="noStrike" cap="none" dirty="0">
                <a:solidFill>
                  <a:schemeClr val="dk1"/>
                </a:solidFill>
                <a:latin typeface="Arial"/>
                <a:ea typeface="Arial"/>
                <a:cs typeface="Arial"/>
                <a:sym typeface="Arial"/>
              </a:rPr>
              <a:t>How to create a new world and </a:t>
            </a:r>
            <a:r>
              <a:rPr lang="en-US" sz="2000" b="1" i="0" u="none" strike="noStrike" cap="none" dirty="0">
                <a:solidFill>
                  <a:schemeClr val="dk1"/>
                </a:solidFill>
                <a:latin typeface="Arial"/>
                <a:ea typeface="Arial"/>
                <a:cs typeface="Arial"/>
                <a:sym typeface="Arial"/>
              </a:rPr>
              <a:t>save</a:t>
            </a:r>
            <a:r>
              <a:rPr lang="en-US" sz="2000" b="0" i="0" u="none" strike="noStrike" cap="none" dirty="0">
                <a:solidFill>
                  <a:schemeClr val="dk1"/>
                </a:solidFill>
                <a:latin typeface="Arial"/>
                <a:ea typeface="Arial"/>
                <a:cs typeface="Arial"/>
                <a:sym typeface="Arial"/>
              </a:rPr>
              <a:t> a world</a:t>
            </a:r>
          </a:p>
          <a:p>
            <a:pPr marL="342900" marR="0" lvl="0" indent="-342900" algn="l" rtl="0">
              <a:lnSpc>
                <a:spcPct val="100000"/>
              </a:lnSpc>
              <a:spcBef>
                <a:spcPts val="480"/>
              </a:spcBef>
              <a:spcAft>
                <a:spcPts val="0"/>
              </a:spcAft>
              <a:buClr>
                <a:schemeClr val="dk1"/>
              </a:buClr>
              <a:buSzPts val="2400"/>
              <a:buFont typeface="Arial"/>
              <a:buChar char="•"/>
            </a:pPr>
            <a:r>
              <a:rPr lang="en-US" sz="2000" b="0" i="0" u="none" strike="noStrike" cap="none" dirty="0">
                <a:solidFill>
                  <a:schemeClr val="dk1"/>
                </a:solidFill>
                <a:latin typeface="Arial"/>
                <a:ea typeface="Arial"/>
                <a:cs typeface="Arial"/>
                <a:sym typeface="Arial"/>
              </a:rPr>
              <a:t>How to add objects to a world</a:t>
            </a:r>
            <a:endParaRPr lang="en-US" sz="2000" dirty="0"/>
          </a:p>
          <a:p>
            <a:pPr marL="342900" marR="0" lvl="0" indent="-342900" algn="l" rtl="0">
              <a:lnSpc>
                <a:spcPct val="100000"/>
              </a:lnSpc>
              <a:spcBef>
                <a:spcPts val="480"/>
              </a:spcBef>
              <a:spcAft>
                <a:spcPts val="0"/>
              </a:spcAft>
              <a:buClr>
                <a:schemeClr val="dk1"/>
              </a:buClr>
              <a:buSzPts val="2400"/>
              <a:buFont typeface="Arial"/>
              <a:buChar char="•"/>
            </a:pPr>
            <a:r>
              <a:rPr lang="en-US" sz="2000" b="0" i="0" u="none" strike="noStrike" cap="none" dirty="0">
                <a:solidFill>
                  <a:schemeClr val="dk1"/>
                </a:solidFill>
                <a:latin typeface="Arial"/>
                <a:ea typeface="Arial"/>
                <a:cs typeface="Arial"/>
                <a:sym typeface="Arial"/>
              </a:rPr>
              <a:t>Objects vs. Classes</a:t>
            </a:r>
            <a:endParaRPr lang="en-US" sz="2000" dirty="0"/>
          </a:p>
          <a:p>
            <a:pPr marL="342900" marR="0" lvl="0" indent="-342900" algn="l" rtl="0">
              <a:lnSpc>
                <a:spcPct val="100000"/>
              </a:lnSpc>
              <a:spcBef>
                <a:spcPts val="480"/>
              </a:spcBef>
              <a:spcAft>
                <a:spcPts val="0"/>
              </a:spcAft>
              <a:buClr>
                <a:schemeClr val="dk1"/>
              </a:buClr>
              <a:buSzPts val="2400"/>
              <a:buFont typeface="Arial"/>
              <a:buChar char="•"/>
            </a:pPr>
            <a:r>
              <a:rPr lang="en-US" sz="2000" b="0" i="0" u="none" strike="noStrike" cap="none" dirty="0">
                <a:solidFill>
                  <a:schemeClr val="dk1"/>
                </a:solidFill>
                <a:latin typeface="Arial"/>
                <a:ea typeface="Arial"/>
                <a:cs typeface="Arial"/>
                <a:sym typeface="Arial"/>
              </a:rPr>
              <a:t>How to arrange the objects in a scene</a:t>
            </a:r>
            <a:endParaRPr lang="en-US" sz="2000" dirty="0"/>
          </a:p>
          <a:p>
            <a:pPr marL="342900" marR="0" lvl="0" indent="-342900" algn="l" rtl="0">
              <a:lnSpc>
                <a:spcPct val="100000"/>
              </a:lnSpc>
              <a:spcBef>
                <a:spcPts val="480"/>
              </a:spcBef>
              <a:spcAft>
                <a:spcPts val="0"/>
              </a:spcAft>
              <a:buClr>
                <a:schemeClr val="dk1"/>
              </a:buClr>
              <a:buSzPts val="2400"/>
              <a:buFont typeface="Arial"/>
              <a:buChar char="•"/>
            </a:pPr>
            <a:r>
              <a:rPr lang="en-US" sz="2000" b="0" i="0" u="none" strike="noStrike" cap="none" dirty="0">
                <a:solidFill>
                  <a:schemeClr val="dk1"/>
                </a:solidFill>
                <a:latin typeface="Arial"/>
                <a:ea typeface="Arial"/>
                <a:cs typeface="Arial"/>
                <a:sym typeface="Arial"/>
              </a:rPr>
              <a:t>Using popup menus to create an initial scene</a:t>
            </a:r>
          </a:p>
          <a:p>
            <a:pPr marL="457200" lvl="1" indent="0">
              <a:spcBef>
                <a:spcPts val="480"/>
              </a:spcBef>
              <a:buSzPts val="2400"/>
              <a:buNone/>
            </a:pPr>
            <a:r>
              <a:rPr lang="en-US" sz="2000" dirty="0">
                <a:solidFill>
                  <a:srgbClr val="A00000"/>
                </a:solidFill>
                <a:sym typeface="Wingdings" panose="05000000000000000000" pitchFamily="2" charset="2"/>
              </a:rPr>
              <a:t>mouse control vs. methods (where </a:t>
            </a:r>
            <a:r>
              <a:rPr lang="en-US" sz="2000" b="1" dirty="0">
                <a:solidFill>
                  <a:srgbClr val="A00000"/>
                </a:solidFill>
                <a:sym typeface="Wingdings" panose="05000000000000000000" pitchFamily="2" charset="2"/>
              </a:rPr>
              <a:t>methods</a:t>
            </a:r>
            <a:r>
              <a:rPr lang="en-US" sz="2000" dirty="0">
                <a:solidFill>
                  <a:srgbClr val="A00000"/>
                </a:solidFill>
                <a:sym typeface="Wingdings" panose="05000000000000000000" pitchFamily="2" charset="2"/>
              </a:rPr>
              <a:t> gives more precision)</a:t>
            </a:r>
            <a:endParaRPr lang="en-US" sz="2000" dirty="0">
              <a:solidFill>
                <a:srgbClr val="A00000"/>
              </a:solidFill>
            </a:endParaRPr>
          </a:p>
          <a:p>
            <a:pPr marL="342900" marR="0" lvl="0" indent="-342900" algn="l" rtl="0">
              <a:lnSpc>
                <a:spcPct val="100000"/>
              </a:lnSpc>
              <a:spcBef>
                <a:spcPts val="480"/>
              </a:spcBef>
              <a:spcAft>
                <a:spcPts val="0"/>
              </a:spcAft>
              <a:buClr>
                <a:schemeClr val="dk1"/>
              </a:buClr>
              <a:buSzPts val="2400"/>
              <a:buFont typeface="Arial"/>
              <a:buChar char="•"/>
            </a:pPr>
            <a:r>
              <a:rPr lang="en-US" sz="2000" b="0" i="0" u="none" strike="noStrike" cap="none" dirty="0">
                <a:solidFill>
                  <a:schemeClr val="dk1"/>
                </a:solidFill>
                <a:latin typeface="Arial"/>
                <a:ea typeface="Arial"/>
                <a:cs typeface="Arial"/>
                <a:sym typeface="Arial"/>
              </a:rPr>
              <a:t>No Animation yet – will learn to create animation from Chapter 2 on</a:t>
            </a:r>
            <a:endParaRPr lang="en-US" sz="2000" dirty="0"/>
          </a:p>
        </p:txBody>
      </p:sp>
      <p:sp>
        <p:nvSpPr>
          <p:cNvPr id="171" name="Google Shape;171;p26"/>
          <p:cNvSpPr txBox="1"/>
          <p:nvPr/>
        </p:nvSpPr>
        <p:spPr>
          <a:xfrm>
            <a:off x="381000" y="914400"/>
            <a:ext cx="4343400"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Font typeface="Arial"/>
              <a:buNone/>
            </a:pPr>
            <a:r>
              <a:rPr lang="en-US" sz="2800" b="1" i="0" u="none" dirty="0">
                <a:solidFill>
                  <a:schemeClr val="dk1"/>
                </a:solidFill>
                <a:latin typeface="Arial"/>
                <a:ea typeface="Arial"/>
                <a:cs typeface="Arial"/>
                <a:sym typeface="Arial"/>
              </a:rPr>
              <a:t>Get Started with Alice</a:t>
            </a:r>
            <a:endParaRPr lang="en-US" dirty="0"/>
          </a:p>
        </p:txBody>
      </p:sp>
    </p:spTree>
    <p:extLst>
      <p:ext uri="{BB962C8B-B14F-4D97-AF65-F5344CB8AC3E}">
        <p14:creationId xmlns:p14="http://schemas.microsoft.com/office/powerpoint/2010/main" val="13843470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E45B2-2D8D-E23C-DC6E-00773258B221}"/>
              </a:ext>
            </a:extLst>
          </p:cNvPr>
          <p:cNvSpPr>
            <a:spLocks noGrp="1"/>
          </p:cNvSpPr>
          <p:nvPr>
            <p:ph type="title"/>
          </p:nvPr>
        </p:nvSpPr>
        <p:spPr>
          <a:xfrm>
            <a:off x="1916936" y="218122"/>
            <a:ext cx="5323837" cy="641350"/>
          </a:xfrm>
        </p:spPr>
        <p:txBody>
          <a:bodyPr/>
          <a:lstStyle/>
          <a:p>
            <a:r>
              <a:rPr lang="en-US" sz="3600" b="1" dirty="0">
                <a:solidFill>
                  <a:srgbClr val="000000"/>
                </a:solidFill>
                <a:latin typeface="Arial" panose="020B0604020202020204" pitchFamily="34" charset="0"/>
              </a:rPr>
              <a:t>Practice Test</a:t>
            </a:r>
          </a:p>
        </p:txBody>
      </p:sp>
      <p:sp>
        <p:nvSpPr>
          <p:cNvPr id="3" name="Text Placeholder 2">
            <a:extLst>
              <a:ext uri="{FF2B5EF4-FFF2-40B4-BE49-F238E27FC236}">
                <a16:creationId xmlns:a16="http://schemas.microsoft.com/office/drawing/2014/main" id="{CC554631-DD18-D36F-1997-1D44FBD3EE21}"/>
              </a:ext>
            </a:extLst>
          </p:cNvPr>
          <p:cNvSpPr>
            <a:spLocks noGrp="1"/>
          </p:cNvSpPr>
          <p:nvPr>
            <p:ph type="body" idx="1"/>
          </p:nvPr>
        </p:nvSpPr>
        <p:spPr>
          <a:xfrm>
            <a:off x="457200" y="1276187"/>
            <a:ext cx="8229600" cy="4525962"/>
          </a:xfrm>
        </p:spPr>
        <p:txBody>
          <a:bodyPr/>
          <a:lstStyle/>
          <a:p>
            <a:pPr marL="482600" indent="-457200">
              <a:buSzPct val="100000"/>
              <a:buFont typeface="+mj-lt"/>
              <a:buAutoNum type="arabicPeriod"/>
            </a:pPr>
            <a:r>
              <a:rPr lang="en-US" sz="2400" dirty="0"/>
              <a:t>Define a class and an object, given an example</a:t>
            </a:r>
          </a:p>
          <a:p>
            <a:pPr marL="482600" indent="-457200">
              <a:buSzPct val="100000"/>
              <a:buFont typeface="+mj-lt"/>
              <a:buAutoNum type="arabicPeriod"/>
            </a:pPr>
            <a:r>
              <a:rPr lang="en-US" sz="2400" dirty="0"/>
              <a:t>Define a “Tree,’ given an example how it is used. </a:t>
            </a:r>
          </a:p>
          <a:p>
            <a:pPr marL="482600" indent="-457200">
              <a:buSzPct val="100000"/>
              <a:buFont typeface="+mj-lt"/>
              <a:buAutoNum type="arabicPeriod"/>
            </a:pPr>
            <a:r>
              <a:rPr lang="en-US" sz="2400" dirty="0"/>
              <a:t>Define 6-degree of freedom</a:t>
            </a:r>
          </a:p>
          <a:p>
            <a:pPr marL="482600" indent="-457200">
              <a:buSzPct val="100000"/>
              <a:buFont typeface="+mj-lt"/>
              <a:buAutoNum type="arabicPeriod"/>
            </a:pPr>
            <a:r>
              <a:rPr lang="en-US" sz="2400" dirty="0"/>
              <a:t>Draw and name panels in Alice2 tool graphical user interface (GUI) and give as much detail and descriptions of each panel’s purposes.</a:t>
            </a:r>
          </a:p>
          <a:p>
            <a:pPr marL="482600" indent="-457200">
              <a:buSzPct val="100000"/>
              <a:buFont typeface="+mj-lt"/>
              <a:buAutoNum type="arabicPeriod"/>
            </a:pPr>
            <a:r>
              <a:rPr lang="en-US" sz="2400" dirty="0"/>
              <a:t>Where are Single View, Quad View in Alice GUI and what are they for?</a:t>
            </a:r>
          </a:p>
        </p:txBody>
      </p:sp>
    </p:spTree>
    <p:extLst>
      <p:ext uri="{BB962C8B-B14F-4D97-AF65-F5344CB8AC3E}">
        <p14:creationId xmlns:p14="http://schemas.microsoft.com/office/powerpoint/2010/main" val="6454074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2" name="Title 1">
            <a:extLst>
              <a:ext uri="{FF2B5EF4-FFF2-40B4-BE49-F238E27FC236}">
                <a16:creationId xmlns:a16="http://schemas.microsoft.com/office/drawing/2014/main" id="{04557F7D-A2E7-76A4-ED5E-7B15D47ACB62}"/>
              </a:ext>
            </a:extLst>
          </p:cNvPr>
          <p:cNvSpPr>
            <a:spLocks noGrp="1"/>
          </p:cNvSpPr>
          <p:nvPr>
            <p:ph type="title"/>
          </p:nvPr>
        </p:nvSpPr>
        <p:spPr>
          <a:xfrm>
            <a:off x="2438400" y="304800"/>
            <a:ext cx="4852737" cy="641350"/>
          </a:xfrm>
        </p:spPr>
        <p:txBody>
          <a:bodyPr/>
          <a:lstStyle/>
          <a:p>
            <a:r>
              <a:rPr lang="en-US" sz="3600" b="1" dirty="0">
                <a:solidFill>
                  <a:srgbClr val="000000"/>
                </a:solidFill>
                <a:latin typeface="Arial" panose="020B0604020202020204" pitchFamily="34" charset="0"/>
              </a:rPr>
              <a:t>Labs &amp; Assignments</a:t>
            </a:r>
          </a:p>
        </p:txBody>
      </p:sp>
      <p:sp>
        <p:nvSpPr>
          <p:cNvPr id="170" name="Google Shape;170;p26"/>
          <p:cNvSpPr txBox="1">
            <a:spLocks noGrp="1"/>
          </p:cNvSpPr>
          <p:nvPr>
            <p:ph type="body" idx="1"/>
          </p:nvPr>
        </p:nvSpPr>
        <p:spPr>
          <a:xfrm>
            <a:off x="238710" y="869950"/>
            <a:ext cx="8666580" cy="5408930"/>
          </a:xfrm>
          <a:prstGeom prst="rect">
            <a:avLst/>
          </a:prstGeom>
          <a:noFill/>
          <a:ln>
            <a:noFill/>
          </a:ln>
        </p:spPr>
        <p:txBody>
          <a:bodyPr spcFirstLastPara="1" wrap="square" lIns="91425" tIns="45700" rIns="91425" bIns="45700" anchor="t" anchorCtr="0">
            <a:noAutofit/>
          </a:bodyPr>
          <a:lstStyle/>
          <a:p>
            <a:pPr marL="0" indent="0">
              <a:spcBef>
                <a:spcPts val="0"/>
              </a:spcBef>
              <a:buSzPts val="2400"/>
              <a:buNone/>
            </a:pPr>
            <a:r>
              <a:rPr lang="en-US" sz="1800" b="1" dirty="0"/>
              <a:t>Exercises </a:t>
            </a:r>
          </a:p>
          <a:p>
            <a:pPr indent="-457200">
              <a:spcBef>
                <a:spcPts val="0"/>
              </a:spcBef>
              <a:buSzPts val="2400"/>
            </a:pPr>
            <a:r>
              <a:rPr lang="en-US" sz="1800" dirty="0">
                <a:solidFill>
                  <a:srgbClr val="A00000"/>
                </a:solidFill>
              </a:rPr>
              <a:t>Appendix A</a:t>
            </a:r>
            <a:r>
              <a:rPr lang="en-US" sz="1800" dirty="0"/>
              <a:t>: Getting Started Part I</a:t>
            </a:r>
          </a:p>
          <a:p>
            <a:pPr indent="-457200">
              <a:spcBef>
                <a:spcPts val="0"/>
              </a:spcBef>
              <a:buSzPts val="2400"/>
            </a:pPr>
            <a:r>
              <a:rPr lang="en-US" sz="1800" dirty="0"/>
              <a:t>Revisit </a:t>
            </a:r>
            <a:r>
              <a:rPr lang="en-US" sz="1800" dirty="0" err="1">
                <a:highlight>
                  <a:srgbClr val="00FF00"/>
                </a:highlight>
              </a:rPr>
              <a:t>FirstWorld</a:t>
            </a:r>
            <a:r>
              <a:rPr lang="en-US" sz="1800" dirty="0"/>
              <a:t> and </a:t>
            </a:r>
            <a:r>
              <a:rPr lang="en-US" sz="1800" dirty="0">
                <a:highlight>
                  <a:srgbClr val="00FF00"/>
                </a:highlight>
              </a:rPr>
              <a:t>Dancing Bee</a:t>
            </a:r>
            <a:r>
              <a:rPr lang="en-US" sz="1800" dirty="0"/>
              <a:t>, two already written programs (worlds), poke around, make changes and see the effect</a:t>
            </a:r>
          </a:p>
          <a:p>
            <a:pPr lvl="1" indent="-457200">
              <a:spcBef>
                <a:spcPts val="0"/>
              </a:spcBef>
              <a:buSzPts val="2400"/>
            </a:pPr>
            <a:r>
              <a:rPr lang="en-US" sz="1800" dirty="0"/>
              <a:t>What differences do you see between the two programs?</a:t>
            </a:r>
          </a:p>
          <a:p>
            <a:pPr marL="0" indent="0">
              <a:spcBef>
                <a:spcPts val="0"/>
              </a:spcBef>
              <a:buSzPts val="2400"/>
              <a:buNone/>
            </a:pPr>
            <a:endParaRPr lang="en-US" sz="1800" dirty="0"/>
          </a:p>
          <a:p>
            <a:pPr marL="0" indent="0">
              <a:spcBef>
                <a:spcPts val="0"/>
              </a:spcBef>
              <a:buSzPts val="2400"/>
              <a:buNone/>
            </a:pPr>
            <a:r>
              <a:rPr lang="en-US" sz="1800" b="1" dirty="0"/>
              <a:t>Homework </a:t>
            </a:r>
            <a:endParaRPr lang="en-US" sz="1800" dirty="0"/>
          </a:p>
          <a:p>
            <a:pPr>
              <a:spcBef>
                <a:spcPts val="600"/>
              </a:spcBef>
              <a:buSzPts val="2400"/>
            </a:pPr>
            <a:r>
              <a:rPr lang="en-US" sz="1800" dirty="0"/>
              <a:t>Exercise 1.1: </a:t>
            </a:r>
            <a:r>
              <a:rPr lang="en-US" sz="1800" u="sng" dirty="0">
                <a:solidFill>
                  <a:schemeClr val="hlink"/>
                </a:solidFill>
              </a:rPr>
              <a:t>Island World</a:t>
            </a:r>
            <a:r>
              <a:rPr lang="en-US" sz="1800" dirty="0">
                <a:solidFill>
                  <a:schemeClr val="tx1"/>
                </a:solidFill>
              </a:rPr>
              <a:t> </a:t>
            </a:r>
            <a:endParaRPr lang="en-US" sz="1800" dirty="0"/>
          </a:p>
          <a:p>
            <a:pPr>
              <a:spcBef>
                <a:spcPts val="600"/>
              </a:spcBef>
              <a:buSzPts val="2400"/>
            </a:pPr>
            <a:r>
              <a:rPr lang="en-US" sz="1800" dirty="0"/>
              <a:t>Exercise 1.2: </a:t>
            </a:r>
            <a:r>
              <a:rPr lang="en-US" sz="1800" u="sng" dirty="0">
                <a:solidFill>
                  <a:schemeClr val="hlink"/>
                </a:solidFill>
              </a:rPr>
              <a:t>Winter</a:t>
            </a:r>
            <a:endParaRPr lang="en-US" sz="1800" dirty="0"/>
          </a:p>
          <a:p>
            <a:pPr>
              <a:spcBef>
                <a:spcPts val="600"/>
              </a:spcBef>
              <a:buSzPts val="2400"/>
            </a:pPr>
            <a:r>
              <a:rPr lang="en-US" sz="1800" dirty="0"/>
              <a:t>Exercise 1.3: </a:t>
            </a:r>
            <a:r>
              <a:rPr lang="en-US" sz="1800" u="sng" dirty="0" err="1">
                <a:solidFill>
                  <a:schemeClr val="hlink"/>
                </a:solidFill>
              </a:rPr>
              <a:t>Snowpeople</a:t>
            </a:r>
            <a:r>
              <a:rPr lang="en-US" sz="1800" u="sng" dirty="0">
                <a:solidFill>
                  <a:schemeClr val="hlink"/>
                </a:solidFill>
              </a:rPr>
              <a:t> Pile</a:t>
            </a:r>
          </a:p>
          <a:p>
            <a:pPr>
              <a:spcBef>
                <a:spcPts val="600"/>
              </a:spcBef>
              <a:buSzPts val="2400"/>
            </a:pPr>
            <a:r>
              <a:rPr lang="en-US" sz="1800" dirty="0"/>
              <a:t>Demo completed Alice work to instructor in class to mark work completion.</a:t>
            </a:r>
          </a:p>
          <a:p>
            <a:pPr>
              <a:spcBef>
                <a:spcPts val="600"/>
              </a:spcBef>
              <a:buSzPts val="2400"/>
            </a:pPr>
            <a:r>
              <a:rPr lang="en-US" sz="1800" dirty="0"/>
              <a:t>Upload </a:t>
            </a:r>
            <a:r>
              <a:rPr lang="en-US" sz="1800" dirty="0">
                <a:solidFill>
                  <a:srgbClr val="A00000"/>
                </a:solidFill>
              </a:rPr>
              <a:t>*.a2w </a:t>
            </a:r>
            <a:r>
              <a:rPr lang="en-US" sz="1800" dirty="0"/>
              <a:t>files to Bb to get a Bb score.</a:t>
            </a:r>
          </a:p>
          <a:p>
            <a:pPr lvl="1">
              <a:spcBef>
                <a:spcPts val="600"/>
              </a:spcBef>
              <a:buSzPts val="2400"/>
            </a:pPr>
            <a:r>
              <a:rPr lang="en-US" sz="1800" dirty="0"/>
              <a:t>Multiple submissions allowed, upload work-in-progress at end of the lab; only final submission will be scored.</a:t>
            </a:r>
          </a:p>
          <a:p>
            <a:pPr lvl="1">
              <a:spcBef>
                <a:spcPts val="600"/>
              </a:spcBef>
              <a:buSzPts val="2400"/>
            </a:pPr>
            <a:r>
              <a:rPr lang="en-US" sz="1800" dirty="0">
                <a:solidFill>
                  <a:srgbClr val="A00000"/>
                </a:solidFill>
              </a:rPr>
              <a:t>Filename containing your initial and Exercise# </a:t>
            </a:r>
            <a:r>
              <a:rPr lang="en-US" sz="1800" dirty="0"/>
              <a:t>so instructor knows it is yours and which assignment it is.</a:t>
            </a:r>
          </a:p>
          <a:p>
            <a:pPr>
              <a:spcBef>
                <a:spcPts val="600"/>
              </a:spcBef>
              <a:buSzPts val="2400"/>
            </a:pPr>
            <a:r>
              <a:rPr lang="en-US" sz="1800" dirty="0"/>
              <a:t>Read Ch2 ahead</a:t>
            </a:r>
          </a:p>
          <a:p>
            <a:pPr>
              <a:spcBef>
                <a:spcPts val="600"/>
              </a:spcBef>
              <a:buSzPts val="2400"/>
            </a:pPr>
            <a:endParaRPr lang="en-US" sz="1800" u="sng" dirty="0">
              <a:solidFill>
                <a:schemeClr val="hlink"/>
              </a:solidFill>
            </a:endParaRPr>
          </a:p>
          <a:p>
            <a:pPr indent="-457200">
              <a:spcBef>
                <a:spcPts val="0"/>
              </a:spcBef>
              <a:buSzPts val="2400"/>
            </a:pPr>
            <a:endParaRPr lang="en-US" sz="1800" dirty="0"/>
          </a:p>
          <a:p>
            <a:pPr indent="-457200">
              <a:spcBef>
                <a:spcPts val="0"/>
              </a:spcBef>
              <a:buSzPts val="2400"/>
            </a:pPr>
            <a:endParaRPr lang="en-US" sz="1800" dirty="0"/>
          </a:p>
          <a:p>
            <a:pPr indent="-457200">
              <a:spcBef>
                <a:spcPts val="0"/>
              </a:spcBef>
              <a:buSzPts val="2400"/>
            </a:pPr>
            <a:endParaRPr lang="en-US" sz="1800" dirty="0"/>
          </a:p>
          <a:p>
            <a:pPr marL="342900" marR="0" lvl="0" indent="-342900" algn="l" rtl="0">
              <a:lnSpc>
                <a:spcPct val="100000"/>
              </a:lnSpc>
              <a:spcBef>
                <a:spcPts val="0"/>
              </a:spcBef>
              <a:spcAft>
                <a:spcPts val="0"/>
              </a:spcAft>
              <a:buClr>
                <a:schemeClr val="dk1"/>
              </a:buClr>
              <a:buSzPts val="2400"/>
              <a:buFont typeface="Arial"/>
              <a:buChar char="•"/>
            </a:pPr>
            <a:endParaRPr lang="en-US" sz="1800" dirty="0"/>
          </a:p>
        </p:txBody>
      </p:sp>
      <p:sp>
        <p:nvSpPr>
          <p:cNvPr id="4" name="Google Shape;73;p15">
            <a:extLst>
              <a:ext uri="{FF2B5EF4-FFF2-40B4-BE49-F238E27FC236}">
                <a16:creationId xmlns:a16="http://schemas.microsoft.com/office/drawing/2014/main" id="{9C45A62D-4C5F-4E2F-A8E0-09BB0185E656}"/>
              </a:ext>
            </a:extLst>
          </p:cNvPr>
          <p:cNvSpPr/>
          <p:nvPr/>
        </p:nvSpPr>
        <p:spPr>
          <a:xfrm>
            <a:off x="7374700" y="0"/>
            <a:ext cx="1617000" cy="838200"/>
          </a:xfrm>
          <a:prstGeom prst="ellipse">
            <a:avLst/>
          </a:prstGeom>
          <a:solidFill>
            <a:schemeClr val="accen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Font typeface="Arial"/>
              <a:buNone/>
            </a:pPr>
            <a:r>
              <a:rPr lang="en-US" sz="1800" dirty="0">
                <a:solidFill>
                  <a:schemeClr val="dk1"/>
                </a:solidFill>
              </a:rPr>
              <a:t>P.338</a:t>
            </a:r>
          </a:p>
          <a:p>
            <a:pPr marL="0" marR="0" lvl="0" indent="0" algn="ctr" rtl="0">
              <a:lnSpc>
                <a:spcPct val="100000"/>
              </a:lnSpc>
              <a:spcBef>
                <a:spcPts val="0"/>
              </a:spcBef>
              <a:spcAft>
                <a:spcPts val="0"/>
              </a:spcAft>
              <a:buClr>
                <a:schemeClr val="dk1"/>
              </a:buClr>
              <a:buFont typeface="Arial"/>
              <a:buNone/>
            </a:pPr>
            <a:r>
              <a:rPr lang="en-US" sz="1800" dirty="0">
                <a:solidFill>
                  <a:schemeClr val="dk1"/>
                </a:solidFill>
              </a:rPr>
              <a:t>P.19</a:t>
            </a:r>
            <a:endParaRPr lang="en-US" dirty="0"/>
          </a:p>
        </p:txBody>
      </p:sp>
    </p:spTree>
    <p:extLst>
      <p:ext uri="{BB962C8B-B14F-4D97-AF65-F5344CB8AC3E}">
        <p14:creationId xmlns:p14="http://schemas.microsoft.com/office/powerpoint/2010/main" val="398892356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83599CC-BB97-789D-9C40-D6D856FEEE50}"/>
              </a:ext>
            </a:extLst>
          </p:cNvPr>
          <p:cNvSpPr>
            <a:spLocks noGrp="1"/>
          </p:cNvSpPr>
          <p:nvPr>
            <p:ph type="title"/>
          </p:nvPr>
        </p:nvSpPr>
        <p:spPr>
          <a:xfrm>
            <a:off x="2315110" y="178131"/>
            <a:ext cx="4852737" cy="641350"/>
          </a:xfrm>
        </p:spPr>
        <p:txBody>
          <a:bodyPr/>
          <a:lstStyle/>
          <a:p>
            <a:r>
              <a:rPr lang="en-US" sz="3600" b="1" dirty="0">
                <a:solidFill>
                  <a:srgbClr val="000000"/>
                </a:solidFill>
                <a:latin typeface="Arial" panose="020B0604020202020204" pitchFamily="34" charset="0"/>
              </a:rPr>
              <a:t>HW Description </a:t>
            </a:r>
          </a:p>
        </p:txBody>
      </p:sp>
      <p:sp>
        <p:nvSpPr>
          <p:cNvPr id="7" name="Rectangle 6">
            <a:extLst>
              <a:ext uri="{FF2B5EF4-FFF2-40B4-BE49-F238E27FC236}">
                <a16:creationId xmlns:a16="http://schemas.microsoft.com/office/drawing/2014/main" id="{39EC860B-E8D5-4333-97A9-E39C11CEC8BC}"/>
              </a:ext>
            </a:extLst>
          </p:cNvPr>
          <p:cNvSpPr/>
          <p:nvPr/>
        </p:nvSpPr>
        <p:spPr>
          <a:xfrm>
            <a:off x="114300" y="1122729"/>
            <a:ext cx="6675120" cy="5047536"/>
          </a:xfrm>
          <a:prstGeom prst="rect">
            <a:avLst/>
          </a:prstGeom>
        </p:spPr>
        <p:txBody>
          <a:bodyPr wrap="square">
            <a:spAutoFit/>
          </a:bodyPr>
          <a:lstStyle/>
          <a:p>
            <a:r>
              <a:rPr lang="en-US" dirty="0">
                <a:latin typeface="Times-Roman"/>
                <a:ea typeface="Calibri" panose="020F0502020204030204" pitchFamily="34" charset="0"/>
                <a:cs typeface="Times-Roman"/>
              </a:rPr>
              <a:t>1. </a:t>
            </a:r>
            <a:r>
              <a:rPr lang="en-US" i="1" dirty="0">
                <a:latin typeface="Times-Italic"/>
                <a:ea typeface="Calibri" panose="020F0502020204030204" pitchFamily="34" charset="0"/>
                <a:cs typeface="Times-Italic"/>
              </a:rPr>
              <a:t>Island</a:t>
            </a:r>
            <a:endParaRPr lang="en-US" dirty="0">
              <a:latin typeface="Calibri" panose="020F0502020204030204" pitchFamily="34" charset="0"/>
              <a:ea typeface="Calibri" panose="020F0502020204030204" pitchFamily="34" charset="0"/>
              <a:cs typeface="Times New Roman" panose="02020603050405020304" pitchFamily="18" charset="0"/>
            </a:endParaRPr>
          </a:p>
          <a:p>
            <a:r>
              <a:rPr lang="en-US" dirty="0">
                <a:latin typeface="Times-Roman"/>
                <a:ea typeface="Calibri" panose="020F0502020204030204" pitchFamily="34" charset="0"/>
                <a:cs typeface="Times-Roman"/>
              </a:rPr>
              <a:t>Create an island scene. Start by choosing a water world template. Add an island</a:t>
            </a:r>
            <a:endParaRPr lang="en-US" dirty="0">
              <a:latin typeface="Calibri" panose="020F0502020204030204" pitchFamily="34" charset="0"/>
              <a:ea typeface="Calibri" panose="020F0502020204030204" pitchFamily="34" charset="0"/>
              <a:cs typeface="Times New Roman" panose="02020603050405020304" pitchFamily="18" charset="0"/>
            </a:endParaRPr>
          </a:p>
          <a:p>
            <a:r>
              <a:rPr lang="en-US" dirty="0">
                <a:latin typeface="Times-Roman"/>
                <a:ea typeface="Calibri" panose="020F0502020204030204" pitchFamily="34" charset="0"/>
                <a:cs typeface="Times-Roman"/>
              </a:rPr>
              <a:t>object (from the Environments gallery folder). Use the scene editor to position the</a:t>
            </a:r>
            <a:endParaRPr lang="en-US" dirty="0">
              <a:latin typeface="Calibri" panose="020F0502020204030204" pitchFamily="34" charset="0"/>
              <a:ea typeface="Calibri" panose="020F0502020204030204" pitchFamily="34" charset="0"/>
              <a:cs typeface="Times New Roman" panose="02020603050405020304" pitchFamily="18" charset="0"/>
            </a:endParaRPr>
          </a:p>
          <a:p>
            <a:r>
              <a:rPr lang="en-US" dirty="0">
                <a:latin typeface="Times-Roman"/>
                <a:ea typeface="Calibri" panose="020F0502020204030204" pitchFamily="34" charset="0"/>
                <a:cs typeface="Times-Roman"/>
              </a:rPr>
              <a:t>island a bit to the right of the center of the scene. Now, add a fish (from the Ocean</a:t>
            </a:r>
            <a:endParaRPr lang="en-US" dirty="0">
              <a:latin typeface="Calibri" panose="020F0502020204030204" pitchFamily="34" charset="0"/>
              <a:ea typeface="Calibri" panose="020F0502020204030204" pitchFamily="34" charset="0"/>
              <a:cs typeface="Times New Roman" panose="02020603050405020304" pitchFamily="18" charset="0"/>
            </a:endParaRPr>
          </a:p>
          <a:p>
            <a:r>
              <a:rPr lang="en-US" dirty="0">
                <a:latin typeface="Times-Roman"/>
                <a:ea typeface="Calibri" panose="020F0502020204030204" pitchFamily="34" charset="0"/>
                <a:cs typeface="Times-Roman"/>
              </a:rPr>
              <a:t>gallery) to the scene. You may find that the fish is invisible because it is located</a:t>
            </a:r>
            <a:endParaRPr lang="en-US" dirty="0">
              <a:latin typeface="Calibri" panose="020F0502020204030204" pitchFamily="34" charset="0"/>
              <a:ea typeface="Calibri" panose="020F0502020204030204" pitchFamily="34" charset="0"/>
              <a:cs typeface="Times New Roman" panose="02020603050405020304" pitchFamily="18" charset="0"/>
            </a:endParaRPr>
          </a:p>
          <a:p>
            <a:r>
              <a:rPr lang="en-US" dirty="0">
                <a:latin typeface="Times-Roman"/>
                <a:ea typeface="Calibri" panose="020F0502020204030204" pitchFamily="34" charset="0"/>
                <a:cs typeface="Times-Roman"/>
              </a:rPr>
              <a:t>behind the island or is not properly positioned. Use the scene editor and its quad view</a:t>
            </a:r>
            <a:endParaRPr lang="en-US" dirty="0">
              <a:latin typeface="Calibri" panose="020F0502020204030204" pitchFamily="34" charset="0"/>
              <a:ea typeface="Calibri" panose="020F0502020204030204" pitchFamily="34" charset="0"/>
              <a:cs typeface="Times New Roman" panose="02020603050405020304" pitchFamily="18" charset="0"/>
            </a:endParaRPr>
          </a:p>
          <a:p>
            <a:r>
              <a:rPr lang="en-US" dirty="0">
                <a:latin typeface="Times-Roman"/>
                <a:ea typeface="Calibri" panose="020F0502020204030204" pitchFamily="34" charset="0"/>
                <a:cs typeface="Times-Roman"/>
              </a:rPr>
              <a:t>to arrange the fish so it looks like it is swimming in the water to the left of the island.</a:t>
            </a:r>
            <a:endParaRPr lang="en-US" dirty="0">
              <a:latin typeface="Calibri" panose="020F0502020204030204" pitchFamily="34" charset="0"/>
              <a:ea typeface="Calibri" panose="020F0502020204030204" pitchFamily="34" charset="0"/>
              <a:cs typeface="Times New Roman" panose="02020603050405020304" pitchFamily="18" charset="0"/>
            </a:endParaRPr>
          </a:p>
          <a:p>
            <a:r>
              <a:rPr lang="en-US" dirty="0">
                <a:latin typeface="Times-Roman"/>
                <a:ea typeface="Calibri" panose="020F0502020204030204" pitchFamily="34" charset="0"/>
                <a:cs typeface="Times-Roman"/>
              </a:rPr>
              <a:t>Use the camera controls to zoom out so the island and the fish are both in the camera’s</a:t>
            </a:r>
            <a:endParaRPr lang="en-US" dirty="0">
              <a:latin typeface="Calibri" panose="020F0502020204030204" pitchFamily="34" charset="0"/>
              <a:ea typeface="Calibri" panose="020F0502020204030204" pitchFamily="34" charset="0"/>
              <a:cs typeface="Times New Roman" panose="02020603050405020304" pitchFamily="18" charset="0"/>
            </a:endParaRPr>
          </a:p>
          <a:p>
            <a:r>
              <a:rPr lang="en-US" dirty="0">
                <a:latin typeface="Times-Roman"/>
                <a:ea typeface="Calibri" panose="020F0502020204030204" pitchFamily="34" charset="0"/>
                <a:cs typeface="Times-Roman"/>
              </a:rPr>
              <a:t>view.</a:t>
            </a:r>
          </a:p>
          <a:p>
            <a:endParaRPr lang="en-US" dirty="0">
              <a:latin typeface="Times-Roman"/>
              <a:ea typeface="Calibri" panose="020F0502020204030204" pitchFamily="34" charset="0"/>
              <a:cs typeface="Times New Roman" panose="02020603050405020304" pitchFamily="18" charset="0"/>
            </a:endParaRPr>
          </a:p>
          <a:p>
            <a:endParaRPr lang="en-US" dirty="0">
              <a:latin typeface="Calibri" panose="020F0502020204030204" pitchFamily="34" charset="0"/>
              <a:ea typeface="Calibri" panose="020F0502020204030204" pitchFamily="34" charset="0"/>
              <a:cs typeface="Times New Roman" panose="02020603050405020304" pitchFamily="18" charset="0"/>
            </a:endParaRPr>
          </a:p>
          <a:p>
            <a:r>
              <a:rPr lang="en-US" dirty="0">
                <a:latin typeface="Times-Roman"/>
                <a:ea typeface="Calibri" panose="020F0502020204030204" pitchFamily="34" charset="0"/>
                <a:cs typeface="Times-Roman"/>
              </a:rPr>
              <a:t>2. </a:t>
            </a:r>
            <a:r>
              <a:rPr lang="en-US" i="1" dirty="0">
                <a:latin typeface="Times-Italic"/>
                <a:ea typeface="Calibri" panose="020F0502020204030204" pitchFamily="34" charset="0"/>
                <a:cs typeface="Times-Italic"/>
              </a:rPr>
              <a:t>Winter</a:t>
            </a:r>
            <a:endParaRPr lang="en-US" dirty="0">
              <a:latin typeface="Calibri" panose="020F0502020204030204" pitchFamily="34" charset="0"/>
              <a:ea typeface="Calibri" panose="020F0502020204030204" pitchFamily="34" charset="0"/>
              <a:cs typeface="Times New Roman" panose="02020603050405020304" pitchFamily="18" charset="0"/>
            </a:endParaRPr>
          </a:p>
          <a:p>
            <a:r>
              <a:rPr lang="en-US" dirty="0">
                <a:latin typeface="Times-Roman"/>
                <a:ea typeface="Calibri" panose="020F0502020204030204" pitchFamily="34" charset="0"/>
                <a:cs typeface="Times-Roman"/>
              </a:rPr>
              <a:t>Add two snowmen (People gallery folder) to a snowy scene. Use a snow template initial</a:t>
            </a:r>
            <a:endParaRPr lang="en-US" dirty="0">
              <a:latin typeface="Calibri" panose="020F0502020204030204" pitchFamily="34" charset="0"/>
              <a:ea typeface="Calibri" panose="020F0502020204030204" pitchFamily="34" charset="0"/>
              <a:cs typeface="Times New Roman" panose="02020603050405020304" pitchFamily="18" charset="0"/>
            </a:endParaRPr>
          </a:p>
          <a:p>
            <a:r>
              <a:rPr lang="en-US" dirty="0">
                <a:latin typeface="Times-Roman"/>
                <a:ea typeface="Calibri" panose="020F0502020204030204" pitchFamily="34" charset="0"/>
                <a:cs typeface="Times-Roman"/>
              </a:rPr>
              <a:t>world. Then, create a snowman stack by using the scene editor’s quad view to position</a:t>
            </a:r>
            <a:endParaRPr lang="en-US" dirty="0">
              <a:latin typeface="Calibri" panose="020F0502020204030204" pitchFamily="34" charset="0"/>
              <a:ea typeface="Calibri" panose="020F0502020204030204" pitchFamily="34" charset="0"/>
              <a:cs typeface="Times New Roman" panose="02020603050405020304" pitchFamily="18" charset="0"/>
            </a:endParaRPr>
          </a:p>
          <a:p>
            <a:r>
              <a:rPr lang="en-US" dirty="0">
                <a:latin typeface="Times-Roman"/>
                <a:ea typeface="Calibri" panose="020F0502020204030204" pitchFamily="34" charset="0"/>
                <a:cs typeface="Times-Roman"/>
              </a:rPr>
              <a:t>one snowman on top of the other (vertically), as shown below.</a:t>
            </a:r>
          </a:p>
          <a:p>
            <a:endParaRPr lang="en-US" dirty="0">
              <a:latin typeface="Times-Roman"/>
              <a:ea typeface="Calibri" panose="020F0502020204030204" pitchFamily="34" charset="0"/>
              <a:cs typeface="Times New Roman" panose="02020603050405020304" pitchFamily="18" charset="0"/>
            </a:endParaRPr>
          </a:p>
          <a:p>
            <a:endParaRPr lang="en-US" dirty="0">
              <a:latin typeface="Times-Roman"/>
              <a:ea typeface="Calibri" panose="020F0502020204030204" pitchFamily="34" charset="0"/>
              <a:cs typeface="Times New Roman" panose="02020603050405020304" pitchFamily="18" charset="0"/>
            </a:endParaRPr>
          </a:p>
          <a:p>
            <a:endParaRPr lang="en-US" dirty="0">
              <a:latin typeface="Calibri" panose="020F0502020204030204" pitchFamily="34" charset="0"/>
              <a:ea typeface="Calibri" panose="020F0502020204030204" pitchFamily="34" charset="0"/>
              <a:cs typeface="Times New Roman" panose="02020603050405020304" pitchFamily="18" charset="0"/>
            </a:endParaRPr>
          </a:p>
          <a:p>
            <a:r>
              <a:rPr lang="en-US" dirty="0">
                <a:latin typeface="Times-Roman"/>
                <a:ea typeface="Calibri" panose="020F0502020204030204" pitchFamily="34" charset="0"/>
                <a:cs typeface="Times-Roman"/>
              </a:rPr>
              <a:t>3. </a:t>
            </a:r>
            <a:r>
              <a:rPr lang="en-US" i="1" dirty="0" err="1">
                <a:latin typeface="Times-Italic"/>
                <a:ea typeface="Calibri" panose="020F0502020204030204" pitchFamily="34" charset="0"/>
                <a:cs typeface="Times-Italic"/>
              </a:rPr>
              <a:t>Snowpeople</a:t>
            </a:r>
            <a:r>
              <a:rPr lang="en-US" i="1" dirty="0">
                <a:latin typeface="Times-Italic"/>
                <a:ea typeface="Calibri" panose="020F0502020204030204" pitchFamily="34" charset="0"/>
                <a:cs typeface="Times-Italic"/>
              </a:rPr>
              <a:t> Pile</a:t>
            </a:r>
            <a:endParaRPr lang="en-US" dirty="0">
              <a:latin typeface="Calibri" panose="020F0502020204030204" pitchFamily="34" charset="0"/>
              <a:ea typeface="Calibri" panose="020F0502020204030204" pitchFamily="34" charset="0"/>
              <a:cs typeface="Times New Roman" panose="02020603050405020304" pitchFamily="18" charset="0"/>
            </a:endParaRPr>
          </a:p>
          <a:p>
            <a:r>
              <a:rPr lang="en-US" dirty="0">
                <a:latin typeface="Times-Roman"/>
                <a:ea typeface="Calibri" panose="020F0502020204030204" pitchFamily="34" charset="0"/>
                <a:cs typeface="Times-Roman"/>
              </a:rPr>
              <a:t>Build a “wall” of four </a:t>
            </a:r>
            <a:r>
              <a:rPr lang="en-US" dirty="0" err="1">
                <a:latin typeface="Times-Roman"/>
                <a:ea typeface="Calibri" panose="020F0502020204030204" pitchFamily="34" charset="0"/>
                <a:cs typeface="Times-Roman"/>
              </a:rPr>
              <a:t>snowpeople</a:t>
            </a:r>
            <a:r>
              <a:rPr lang="en-US" dirty="0">
                <a:latin typeface="Times-Roman"/>
                <a:ea typeface="Calibri" panose="020F0502020204030204" pitchFamily="34" charset="0"/>
                <a:cs typeface="Times-Roman"/>
              </a:rPr>
              <a:t> by tipping them over on their sides and piling them</a:t>
            </a:r>
            <a:endParaRPr lang="en-US" dirty="0">
              <a:latin typeface="Calibri" panose="020F0502020204030204" pitchFamily="34" charset="0"/>
              <a:ea typeface="Calibri" panose="020F0502020204030204" pitchFamily="34" charset="0"/>
              <a:cs typeface="Times New Roman" panose="02020603050405020304" pitchFamily="18" charset="0"/>
            </a:endParaRPr>
          </a:p>
          <a:p>
            <a:r>
              <a:rPr lang="en-US" dirty="0">
                <a:latin typeface="Times-Roman"/>
                <a:ea typeface="Calibri" panose="020F0502020204030204" pitchFamily="34" charset="0"/>
                <a:cs typeface="Times-Roman"/>
              </a:rPr>
              <a:t>on top of one another. (Use </a:t>
            </a:r>
            <a:r>
              <a:rPr lang="en-US" dirty="0">
                <a:solidFill>
                  <a:srgbClr val="A00000"/>
                </a:solidFill>
                <a:latin typeface="Times-Roman"/>
                <a:ea typeface="Calibri" panose="020F0502020204030204" pitchFamily="34" charset="0"/>
                <a:cs typeface="Times-Roman"/>
              </a:rPr>
              <a:t>methods,</a:t>
            </a:r>
            <a:r>
              <a:rPr lang="en-US" dirty="0">
                <a:latin typeface="Times-Roman"/>
                <a:ea typeface="Calibri" panose="020F0502020204030204" pitchFamily="34" charset="0"/>
                <a:cs typeface="Times-Roman"/>
              </a:rPr>
              <a:t> mouse controls, and quad view.) Four </a:t>
            </a:r>
            <a:r>
              <a:rPr lang="en-US" dirty="0" err="1">
                <a:latin typeface="Times-Roman"/>
                <a:ea typeface="Calibri" panose="020F0502020204030204" pitchFamily="34" charset="0"/>
                <a:cs typeface="Times-Roman"/>
              </a:rPr>
              <a:t>snowpeople</a:t>
            </a:r>
            <a:endParaRPr lang="en-US" dirty="0">
              <a:latin typeface="Calibri" panose="020F0502020204030204" pitchFamily="34" charset="0"/>
              <a:ea typeface="Calibri" panose="020F0502020204030204" pitchFamily="34" charset="0"/>
              <a:cs typeface="Times New Roman" panose="02020603050405020304" pitchFamily="18" charset="0"/>
            </a:endParaRPr>
          </a:p>
          <a:p>
            <a:r>
              <a:rPr lang="en-US" dirty="0">
                <a:latin typeface="Times-Roman"/>
                <a:ea typeface="Calibri" panose="020F0502020204030204" pitchFamily="34" charset="0"/>
                <a:cs typeface="Times-Roman"/>
              </a:rPr>
              <a:t>(alternating between snowman and snowwoman) might be used to produce a wall that</a:t>
            </a:r>
            <a:endParaRPr lang="en-US" dirty="0">
              <a:latin typeface="Calibri" panose="020F0502020204030204" pitchFamily="34" charset="0"/>
              <a:ea typeface="Calibri" panose="020F0502020204030204" pitchFamily="34" charset="0"/>
              <a:cs typeface="Times New Roman" panose="02020603050405020304" pitchFamily="18" charset="0"/>
            </a:endParaRPr>
          </a:p>
          <a:p>
            <a:r>
              <a:rPr lang="en-US" dirty="0">
                <a:latin typeface="Times-Roman"/>
                <a:ea typeface="Calibri" panose="020F0502020204030204" pitchFamily="34" charset="0"/>
                <a:cs typeface="Times-Roman"/>
              </a:rPr>
              <a:t>looks like this. </a:t>
            </a:r>
            <a:r>
              <a:rPr lang="en-US" b="1" dirty="0">
                <a:latin typeface="Times-Roman"/>
                <a:ea typeface="Calibri" panose="020F0502020204030204" pitchFamily="34" charset="0"/>
                <a:cs typeface="Times-Roman"/>
              </a:rPr>
              <a:t>Hint: </a:t>
            </a:r>
            <a:r>
              <a:rPr lang="en-US" dirty="0">
                <a:latin typeface="Times-Roman"/>
                <a:ea typeface="Calibri" panose="020F0502020204030204" pitchFamily="34" charset="0"/>
                <a:cs typeface="Times-Roman"/>
              </a:rPr>
              <a:t>right click on an object for a quick methods access.)</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9" name="Picture 8" descr="Informative graphic on HW Description showing: 1. Island&#10;Create an island scene. Start by choosing a water world template. Add an island&#10;object (from the Environments gallery folder). Use the scene editor to position the&#10;island a bit to the right of the center of the scene. Now, add a fish (from the Ocean&#10;gallery) to the scene. You may find that the fish is invisible because it is located&#10;behind the island or is not properly positioned. Use the scene editor and its quad view&#10;to arrange the fish so it looks like it is swimming in the water to the left of the island.&#10;Use the camera controls to zoom out so the island and the fish are both in the camera’s&#10;view.&#10;&#10;&#10;2. Winter&#10;Add two snowmen (People gallery folder) to a snowy scene. Use a snow template initial&#10;world. Then, create a snowman stack by using the scene editor’s quad view to position&#10;one snowman on top of the other (vertically), as shown below.&#10;&#10;&#10;&#10;3. Snowpeople Pile&#10;Build a “wall” of four snowpeople by tipping them over on their sides and piling them&#10;on top of one another. (Use methods, mouse controls, and quad view.) Four snowpeople&#10;(alternating between snowman and snowwoman) might be used to produce a wall that&#10;looks like this. Hint: right click on an object for a quick methods access.); HW Description." title="HW Description Graphic">
            <a:extLst>
              <a:ext uri="{FF2B5EF4-FFF2-40B4-BE49-F238E27FC236}">
                <a16:creationId xmlns:a16="http://schemas.microsoft.com/office/drawing/2014/main" id="{3D038E5A-986C-485F-8E13-4389DBE1AF75}"/>
              </a:ext>
              <a:ext uri="{C183D7F6-B498-43B3-948B-1728B52AA6E4}">
                <adec:decorative xmlns:adec="http://schemas.microsoft.com/office/drawing/2017/decorative" val="0"/>
              </a:ext>
            </a:extLst>
          </p:cNvPr>
          <p:cNvPicPr>
            <a:picLocks noChangeAspect="1"/>
          </p:cNvPicPr>
          <p:nvPr/>
        </p:nvPicPr>
        <p:blipFill>
          <a:blip r:embed="rId2"/>
          <a:stretch>
            <a:fillRect/>
          </a:stretch>
        </p:blipFill>
        <p:spPr>
          <a:xfrm>
            <a:off x="6939517" y="1378586"/>
            <a:ext cx="1460025" cy="991867"/>
          </a:xfrm>
          <a:prstGeom prst="rect">
            <a:avLst/>
          </a:prstGeom>
        </p:spPr>
      </p:pic>
      <p:pic>
        <p:nvPicPr>
          <p:cNvPr id="10" name="Picture 9" descr="Informative graphic on HW Description showing: 1. Island&#10;Create an island scene. Start by choosing a water world template. Add an island&#10;object (from the Environments gallery folder). Use the scene editor to position the&#10;island a bit to the right of the center of the scene. Now, add a fish (from the Ocean&#10;gallery) to the scene. You may find that the fish is invisible because it is located&#10;behind the island or is not properly positioned. Use the scene editor and its quad view&#10;to arrange the fish so it looks like it is swimming in the water to the left of the island.&#10;Use the camera controls to zoom out so the island and the fish are both in the camera’s&#10;view.&#10;&#10;&#10;2. Winter&#10;Add two snowmen (People gallery folder) to a snowy scene. Use a snow template initial&#10;world. Then, create a snowman stack by using the scene editor’s quad view to position&#10;one snowman on top of the other (vertically), as shown below.&#10;&#10;&#10;&#10;3. Snowpeople Pile&#10;Build a “wall” of four snowpeople by tipping them over on their sides and piling them&#10;on top of one another. (Use methods, mouse controls, and quad view.) Four snowpeople&#10;(alternating between snowman and snowwoman) might be used to produce a wall that&#10;looks like this. Hint: right click on an object for a quick methods access.); HW Description." title="HW Description Graphic">
            <a:extLst>
              <a:ext uri="{FF2B5EF4-FFF2-40B4-BE49-F238E27FC236}">
                <a16:creationId xmlns:a16="http://schemas.microsoft.com/office/drawing/2014/main" id="{BA9E1C1E-0959-4F46-B15C-5431D20A4220}"/>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7033792" y="3250233"/>
            <a:ext cx="903825" cy="888067"/>
          </a:xfrm>
          <a:prstGeom prst="rect">
            <a:avLst/>
          </a:prstGeom>
        </p:spPr>
      </p:pic>
      <p:pic>
        <p:nvPicPr>
          <p:cNvPr id="11" name="Picture 10" descr="Informative graphic on HW Description showing: 1. Island&#10;Create an island scene. Start by choosing a water world template. Add an island&#10;object (from the Environments gallery folder). Use the scene editor to position the&#10;island a bit to the right of the center of the scene. Now, add a fish (from the Ocean&#10;gallery) to the scene. You may find that the fish is invisible because it is located&#10;behind the island or is not properly positioned. Use the scene editor and its quad view&#10;to arrange the fish so it looks like it is swimming in the water to the left of the island.&#10;Use the camera controls to zoom out so the island and the fish are both in the camera’s&#10;view.&#10;&#10;&#10;2. Winter&#10;Add two snowmen (People gallery folder) to a snowy scene. Use a snow template initial&#10;world. Then, create a snowman stack by using the scene editor’s quad view to position&#10;one snowman on top of the other (vertically), as shown below.&#10;&#10;&#10;&#10;3. Snowpeople Pile&#10;Build a “wall” of four snowpeople by tipping them over on their sides and piling them&#10;on top of one another. (Use methods, mouse controls, and quad view.) Four snowpeople&#10;(alternating between snowman and snowwoman) might be used to produce a wall that&#10;looks like this. Hint: right click on an object for a quick methods access.); HW Description." title="HW Description Graphic">
            <a:extLst>
              <a:ext uri="{FF2B5EF4-FFF2-40B4-BE49-F238E27FC236}">
                <a16:creationId xmlns:a16="http://schemas.microsoft.com/office/drawing/2014/main" id="{98213949-EDBE-45BF-8A50-F37AE3840270}"/>
              </a:ext>
              <a:ext uri="{C183D7F6-B498-43B3-948B-1728B52AA6E4}">
                <adec:decorative xmlns:adec="http://schemas.microsoft.com/office/drawing/2017/decorative" val="0"/>
              </a:ext>
            </a:extLst>
          </p:cNvPr>
          <p:cNvPicPr>
            <a:picLocks noChangeAspect="1"/>
          </p:cNvPicPr>
          <p:nvPr/>
        </p:nvPicPr>
        <p:blipFill>
          <a:blip r:embed="rId4"/>
          <a:stretch>
            <a:fillRect/>
          </a:stretch>
        </p:blipFill>
        <p:spPr>
          <a:xfrm>
            <a:off x="7033792" y="5018080"/>
            <a:ext cx="1042875" cy="922667"/>
          </a:xfrm>
          <a:prstGeom prst="rect">
            <a:avLst/>
          </a:prstGeom>
        </p:spPr>
      </p:pic>
    </p:spTree>
    <p:extLst>
      <p:ext uri="{BB962C8B-B14F-4D97-AF65-F5344CB8AC3E}">
        <p14:creationId xmlns:p14="http://schemas.microsoft.com/office/powerpoint/2010/main" val="3195967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4" name="Title 3">
            <a:extLst>
              <a:ext uri="{FF2B5EF4-FFF2-40B4-BE49-F238E27FC236}">
                <a16:creationId xmlns:a16="http://schemas.microsoft.com/office/drawing/2014/main" id="{9029DD2D-4B4D-7591-B396-0A3DF610DDD1}"/>
              </a:ext>
            </a:extLst>
          </p:cNvPr>
          <p:cNvSpPr>
            <a:spLocks noGrp="1"/>
          </p:cNvSpPr>
          <p:nvPr>
            <p:ph type="title"/>
          </p:nvPr>
        </p:nvSpPr>
        <p:spPr>
          <a:xfrm>
            <a:off x="2438400" y="304800"/>
            <a:ext cx="4419600" cy="641350"/>
          </a:xfrm>
        </p:spPr>
        <p:txBody>
          <a:bodyPr/>
          <a:lstStyle/>
          <a:p>
            <a:r>
              <a:rPr lang="en-US" sz="3600" b="1" dirty="0">
                <a:solidFill>
                  <a:srgbClr val="000000"/>
                </a:solidFill>
                <a:latin typeface="Arial" panose="020B0604020202020204" pitchFamily="34" charset="0"/>
              </a:rPr>
              <a:t>Alice2 Usage Tips</a:t>
            </a:r>
          </a:p>
        </p:txBody>
      </p:sp>
      <p:sp>
        <p:nvSpPr>
          <p:cNvPr id="170" name="Google Shape;170;p26"/>
          <p:cNvSpPr txBox="1">
            <a:spLocks noGrp="1"/>
          </p:cNvSpPr>
          <p:nvPr>
            <p:ph type="body" idx="1"/>
          </p:nvPr>
        </p:nvSpPr>
        <p:spPr>
          <a:xfrm>
            <a:off x="189277" y="956676"/>
            <a:ext cx="6203068" cy="5795526"/>
          </a:xfrm>
          <a:prstGeom prst="rect">
            <a:avLst/>
          </a:prstGeom>
          <a:noFill/>
          <a:ln>
            <a:noFill/>
          </a:ln>
        </p:spPr>
        <p:txBody>
          <a:bodyPr spcFirstLastPara="1" wrap="square" lIns="91425" tIns="45700" rIns="91425" bIns="45700" anchor="t" anchorCtr="0">
            <a:noAutofit/>
          </a:bodyPr>
          <a:lstStyle/>
          <a:p>
            <a:pPr marL="342900" lvl="0" indent="-342900">
              <a:spcBef>
                <a:spcPts val="0"/>
              </a:spcBef>
              <a:buSzPts val="2400"/>
            </a:pPr>
            <a:r>
              <a:rPr lang="en-US" sz="1400" dirty="0"/>
              <a:t>File&gt;New World to “Welcome to Alice!”</a:t>
            </a:r>
          </a:p>
          <a:p>
            <a:pPr marL="342900" lvl="0" indent="-342900">
              <a:spcBef>
                <a:spcPts val="0"/>
              </a:spcBef>
              <a:buSzPts val="2400"/>
            </a:pPr>
            <a:r>
              <a:rPr lang="en-US" sz="1400" dirty="0"/>
              <a:t>“Welcome to Alice!”&gt;Open a World tab has your recent folder</a:t>
            </a:r>
          </a:p>
          <a:p>
            <a:pPr marL="342900" lvl="0" indent="-342900">
              <a:spcBef>
                <a:spcPts val="0"/>
              </a:spcBef>
              <a:buSzPts val="2400"/>
            </a:pPr>
            <a:r>
              <a:rPr lang="en-US" sz="1400" dirty="0"/>
              <a:t>“Welcome to Alice!”&gt;Textbook has the two examples.</a:t>
            </a:r>
          </a:p>
          <a:p>
            <a:pPr marL="342900" lvl="0" indent="-342900">
              <a:spcBef>
                <a:spcPts val="0"/>
              </a:spcBef>
              <a:buSzPts val="2400"/>
            </a:pPr>
            <a:r>
              <a:rPr lang="en-US" sz="1400" dirty="0"/>
              <a:t>Click an (existing) object to get </a:t>
            </a:r>
            <a:r>
              <a:rPr lang="en-US" sz="1400" dirty="0">
                <a:solidFill>
                  <a:srgbClr val="FFC000"/>
                </a:solidFill>
              </a:rPr>
              <a:t>yellow</a:t>
            </a:r>
            <a:r>
              <a:rPr lang="en-US" sz="1400" dirty="0"/>
              <a:t> bounding box, click </a:t>
            </a:r>
            <a:r>
              <a:rPr lang="en-US" sz="1400" b="1" dirty="0"/>
              <a:t>Add Object</a:t>
            </a:r>
            <a:r>
              <a:rPr lang="en-US" sz="1400" dirty="0"/>
              <a:t>, to get </a:t>
            </a:r>
            <a:r>
              <a:rPr lang="en-US" sz="1400" b="1" dirty="0"/>
              <a:t>single/quad view </a:t>
            </a:r>
            <a:r>
              <a:rPr lang="en-US" sz="1400" dirty="0"/>
              <a:t>to edit</a:t>
            </a:r>
            <a:r>
              <a:rPr lang="en-US" sz="1400" b="1" dirty="0"/>
              <a:t>. </a:t>
            </a:r>
            <a:r>
              <a:rPr lang="en-US" sz="1400" dirty="0">
                <a:sym typeface="Wingdings" panose="05000000000000000000" pitchFamily="2" charset="2"/>
              </a:rPr>
              <a:t>Click </a:t>
            </a:r>
            <a:r>
              <a:rPr lang="en-US" sz="1400" dirty="0">
                <a:solidFill>
                  <a:srgbClr val="A00000"/>
                </a:solidFill>
                <a:sym typeface="Wingdings" panose="05000000000000000000" pitchFamily="2" charset="2"/>
              </a:rPr>
              <a:t>DONE</a:t>
            </a:r>
            <a:r>
              <a:rPr lang="en-US" sz="1400" dirty="0">
                <a:sym typeface="Wingdings" panose="05000000000000000000" pitchFamily="2" charset="2"/>
              </a:rPr>
              <a:t> to return to </a:t>
            </a:r>
            <a:r>
              <a:rPr lang="en-US" sz="1400" b="1" dirty="0">
                <a:sym typeface="Wingdings" panose="05000000000000000000" pitchFamily="2" charset="2"/>
              </a:rPr>
              <a:t>World</a:t>
            </a:r>
            <a:endParaRPr lang="en-US" sz="1400" b="1" dirty="0"/>
          </a:p>
          <a:p>
            <a:pPr marL="342900" lvl="0" indent="-342900">
              <a:spcBef>
                <a:spcPts val="0"/>
              </a:spcBef>
              <a:buSzPts val="2400"/>
            </a:pPr>
            <a:r>
              <a:rPr lang="en-US" sz="1400" dirty="0"/>
              <a:t>To enlarge, shrink an object: click the </a:t>
            </a:r>
            <a:r>
              <a:rPr lang="en-US" sz="1400" dirty="0" err="1"/>
              <a:t>object</a:t>
            </a:r>
            <a:r>
              <a:rPr lang="en-US" sz="1400" dirty="0" err="1">
                <a:sym typeface="Wingdings" panose="05000000000000000000" pitchFamily="2" charset="2"/>
              </a:rPr>
              <a:t></a:t>
            </a:r>
            <a:r>
              <a:rPr lang="en-US" sz="1400" b="1" dirty="0" err="1">
                <a:solidFill>
                  <a:schemeClr val="tx1"/>
                </a:solidFill>
                <a:sym typeface="Wingdings" panose="05000000000000000000" pitchFamily="2" charset="2"/>
              </a:rPr>
              <a:t>Add</a:t>
            </a:r>
            <a:r>
              <a:rPr lang="en-US" sz="1400" b="1" dirty="0">
                <a:solidFill>
                  <a:schemeClr val="tx1"/>
                </a:solidFill>
                <a:sym typeface="Wingdings" panose="05000000000000000000" pitchFamily="2" charset="2"/>
              </a:rPr>
              <a:t> </a:t>
            </a:r>
            <a:r>
              <a:rPr lang="en-US" sz="1400" b="1" dirty="0" err="1">
                <a:solidFill>
                  <a:schemeClr val="tx1"/>
                </a:solidFill>
                <a:sym typeface="Wingdings" panose="05000000000000000000" pitchFamily="2" charset="2"/>
              </a:rPr>
              <a:t>Object</a:t>
            </a:r>
            <a:r>
              <a:rPr lang="en-US" sz="1400" dirty="0" err="1">
                <a:sym typeface="Wingdings" panose="05000000000000000000" pitchFamily="2" charset="2"/>
              </a:rPr>
              <a:t></a:t>
            </a:r>
            <a:r>
              <a:rPr lang="en-US" sz="1400" dirty="0" err="1"/>
              <a:t>click</a:t>
            </a:r>
            <a:r>
              <a:rPr lang="en-US" sz="1400" dirty="0"/>
              <a:t> </a:t>
            </a:r>
            <a:r>
              <a:rPr lang="en-US" sz="1400" b="1" dirty="0"/>
              <a:t>single view/</a:t>
            </a:r>
            <a:r>
              <a:rPr lang="en-US" sz="1400" b="1" dirty="0" err="1"/>
              <a:t>resize</a:t>
            </a:r>
            <a:r>
              <a:rPr lang="en-US" sz="1400" b="1" dirty="0" err="1">
                <a:sym typeface="Wingdings" panose="05000000000000000000" pitchFamily="2" charset="2"/>
              </a:rPr>
              <a:t></a:t>
            </a:r>
            <a:r>
              <a:rPr lang="en-US" sz="1400" dirty="0" err="1">
                <a:sym typeface="Wingdings" panose="05000000000000000000" pitchFamily="2" charset="2"/>
              </a:rPr>
              <a:t>press</a:t>
            </a:r>
            <a:r>
              <a:rPr lang="en-US" sz="1400" dirty="0">
                <a:sym typeface="Wingdings" panose="05000000000000000000" pitchFamily="2" charset="2"/>
              </a:rPr>
              <a:t> mouse-left button, move up (enlarge), move down (shrink).  In </a:t>
            </a:r>
            <a:r>
              <a:rPr lang="en-US" sz="1400" dirty="0" err="1">
                <a:sym typeface="Wingdings" panose="05000000000000000000" pitchFamily="2" charset="2"/>
              </a:rPr>
              <a:t>Quadview’s</a:t>
            </a:r>
            <a:r>
              <a:rPr lang="en-US" sz="1400" dirty="0">
                <a:sym typeface="Wingdings" panose="05000000000000000000" pitchFamily="2" charset="2"/>
              </a:rPr>
              <a:t> magnifying glass, mouse to right to enlarge, left to shrink.</a:t>
            </a:r>
          </a:p>
          <a:p>
            <a:pPr marL="342900" lvl="0" indent="-342900">
              <a:spcBef>
                <a:spcPts val="0"/>
              </a:spcBef>
              <a:buSzPts val="2400"/>
            </a:pPr>
            <a:r>
              <a:rPr lang="en-US" sz="1400" dirty="0">
                <a:sym typeface="Wingdings" panose="05000000000000000000" pitchFamily="2" charset="2"/>
              </a:rPr>
              <a:t>Changing color, etc. is to be done with an object’s</a:t>
            </a:r>
            <a:r>
              <a:rPr lang="en-US" sz="1400" dirty="0">
                <a:solidFill>
                  <a:srgbClr val="A00000"/>
                </a:solidFill>
                <a:sym typeface="Wingdings" panose="05000000000000000000" pitchFamily="2" charset="2"/>
              </a:rPr>
              <a:t> </a:t>
            </a:r>
            <a:r>
              <a:rPr lang="en-US" sz="1400" b="1" dirty="0">
                <a:solidFill>
                  <a:schemeClr val="tx1"/>
                </a:solidFill>
                <a:sym typeface="Wingdings" panose="05000000000000000000" pitchFamily="2" charset="2"/>
              </a:rPr>
              <a:t>properties</a:t>
            </a:r>
            <a:r>
              <a:rPr lang="en-US" sz="1400" dirty="0">
                <a:sym typeface="Wingdings" panose="05000000000000000000" pitchFamily="2" charset="2"/>
              </a:rPr>
              <a:t>.</a:t>
            </a:r>
          </a:p>
          <a:p>
            <a:pPr marL="342900" lvl="0" indent="-342900">
              <a:spcBef>
                <a:spcPts val="0"/>
              </a:spcBef>
              <a:buSzPts val="2400"/>
            </a:pPr>
            <a:r>
              <a:rPr lang="en-US" sz="1400" dirty="0">
                <a:sym typeface="Wingdings" panose="05000000000000000000" pitchFamily="2" charset="2"/>
              </a:rPr>
              <a:t>A right click on an object, popup-menu||methods has list of avail </a:t>
            </a:r>
            <a:r>
              <a:rPr lang="en-US" sz="1400" b="1" dirty="0">
                <a:sym typeface="Wingdings" panose="05000000000000000000" pitchFamily="2" charset="2"/>
              </a:rPr>
              <a:t>methods</a:t>
            </a:r>
            <a:r>
              <a:rPr lang="en-US" sz="1400" dirty="0">
                <a:sym typeface="Wingdings" panose="05000000000000000000" pitchFamily="2" charset="2"/>
              </a:rPr>
              <a:t> (actions) and </a:t>
            </a:r>
            <a:r>
              <a:rPr lang="en-US" sz="1400" b="1" dirty="0">
                <a:sym typeface="Wingdings" panose="05000000000000000000" pitchFamily="2" charset="2"/>
              </a:rPr>
              <a:t>properties</a:t>
            </a:r>
            <a:r>
              <a:rPr lang="en-US" sz="1400" dirty="0">
                <a:sym typeface="Wingdings" panose="05000000000000000000" pitchFamily="2" charset="2"/>
              </a:rPr>
              <a:t>, a superset of the methods and properties that you can apply to the </a:t>
            </a:r>
            <a:r>
              <a:rPr lang="en-US" sz="1400" b="1" dirty="0">
                <a:sym typeface="Wingdings" panose="05000000000000000000" pitchFamily="2" charset="2"/>
              </a:rPr>
              <a:t>object</a:t>
            </a:r>
            <a:r>
              <a:rPr lang="en-US" sz="1400" dirty="0">
                <a:sym typeface="Wingdings" panose="05000000000000000000" pitchFamily="2" charset="2"/>
              </a:rPr>
              <a:t>.</a:t>
            </a:r>
          </a:p>
          <a:p>
            <a:pPr marL="342900" lvl="0" indent="-342900">
              <a:spcBef>
                <a:spcPts val="0"/>
              </a:spcBef>
              <a:buSzPts val="2400"/>
            </a:pPr>
            <a:r>
              <a:rPr lang="en-US" sz="1400" dirty="0">
                <a:sym typeface="Wingdings" panose="05000000000000000000" pitchFamily="2" charset="2"/>
              </a:rPr>
              <a:t>When you </a:t>
            </a:r>
            <a:r>
              <a:rPr lang="en-US" sz="1400" b="1" dirty="0">
                <a:sym typeface="Wingdings" panose="05000000000000000000" pitchFamily="2" charset="2"/>
              </a:rPr>
              <a:t>save</a:t>
            </a:r>
            <a:r>
              <a:rPr lang="en-US" sz="1400" dirty="0">
                <a:sym typeface="Wingdings" panose="05000000000000000000" pitchFamily="2" charset="2"/>
              </a:rPr>
              <a:t>, click on pull-down in the save box to get to the folder where you want to store all your Alice related files. It’s important to have an </a:t>
            </a:r>
            <a:r>
              <a:rPr lang="en-US" sz="1400" dirty="0">
                <a:highlight>
                  <a:srgbClr val="FFFF00"/>
                </a:highlight>
                <a:sym typeface="Wingdings" panose="05000000000000000000" pitchFamily="2" charset="2"/>
              </a:rPr>
              <a:t>effective </a:t>
            </a:r>
            <a:r>
              <a:rPr lang="en-US" sz="1400" b="1" dirty="0">
                <a:highlight>
                  <a:srgbClr val="FFFF00"/>
                </a:highlight>
                <a:sym typeface="Wingdings" panose="05000000000000000000" pitchFamily="2" charset="2"/>
              </a:rPr>
              <a:t>file/folder/directory structure </a:t>
            </a:r>
            <a:r>
              <a:rPr lang="en-US" sz="1400" dirty="0">
                <a:sym typeface="Wingdings" panose="05000000000000000000" pitchFamily="2" charset="2"/>
              </a:rPr>
              <a:t>to store like-kind files so you (human) can find/search for them later.</a:t>
            </a:r>
          </a:p>
          <a:p>
            <a:pPr marL="800100" lvl="1" indent="-342900">
              <a:spcBef>
                <a:spcPts val="0"/>
              </a:spcBef>
              <a:buSzPts val="2400"/>
            </a:pPr>
            <a:r>
              <a:rPr lang="en-US" sz="1400" dirty="0">
                <a:sym typeface="Wingdings" panose="05000000000000000000" pitchFamily="2" charset="2"/>
              </a:rPr>
              <a:t>Your machine may save your file in a desktop. If so, move it to designated folder.</a:t>
            </a:r>
          </a:p>
          <a:p>
            <a:pPr marL="342900" lvl="0" indent="-342900">
              <a:spcBef>
                <a:spcPts val="0"/>
              </a:spcBef>
              <a:buSzPts val="2400"/>
            </a:pPr>
            <a:r>
              <a:rPr lang="en-US" sz="1400" dirty="0">
                <a:sym typeface="Wingdings" panose="05000000000000000000" pitchFamily="2" charset="2"/>
              </a:rPr>
              <a:t>Do not use </a:t>
            </a:r>
            <a:r>
              <a:rPr lang="en-US" sz="1400" dirty="0">
                <a:solidFill>
                  <a:srgbClr val="A00000"/>
                </a:solidFill>
                <a:sym typeface="Wingdings" panose="05000000000000000000" pitchFamily="2" charset="2"/>
              </a:rPr>
              <a:t>illegal characters </a:t>
            </a:r>
            <a:r>
              <a:rPr lang="en-US" sz="1400" dirty="0">
                <a:sym typeface="Wingdings" panose="05000000000000000000" pitchFamily="2" charset="2"/>
              </a:rPr>
              <a:t>in file names such as /\:*?”&lt;&gt;. Alice will say you do not have enough storage instead of illegal file name, which can be very confusing.</a:t>
            </a:r>
          </a:p>
          <a:p>
            <a:pPr marL="342900" lvl="0" indent="-342900">
              <a:spcBef>
                <a:spcPts val="0"/>
              </a:spcBef>
              <a:buSzPts val="2400"/>
            </a:pPr>
            <a:r>
              <a:rPr lang="en-US" sz="1400" dirty="0">
                <a:sym typeface="Wingdings" panose="05000000000000000000" pitchFamily="2" charset="2"/>
              </a:rPr>
              <a:t>If your *.</a:t>
            </a:r>
            <a:r>
              <a:rPr lang="en-US" sz="1400" b="1" dirty="0">
                <a:sym typeface="Wingdings" panose="05000000000000000000" pitchFamily="2" charset="2"/>
              </a:rPr>
              <a:t>a2w</a:t>
            </a:r>
            <a:r>
              <a:rPr lang="en-US" sz="1400" dirty="0">
                <a:sym typeface="Wingdings" panose="05000000000000000000" pitchFamily="2" charset="2"/>
              </a:rPr>
              <a:t> is auto saved as *.</a:t>
            </a:r>
            <a:r>
              <a:rPr lang="en-US" sz="1400" b="1" dirty="0">
                <a:sym typeface="Wingdings" panose="05000000000000000000" pitchFamily="2" charset="2"/>
              </a:rPr>
              <a:t>pdf </a:t>
            </a:r>
            <a:r>
              <a:rPr lang="en-US" sz="1400" dirty="0">
                <a:sym typeface="Wingdings" panose="05000000000000000000" pitchFamily="2" charset="2"/>
              </a:rPr>
              <a:t>in your machine, if on Windows, do “rename” to change .</a:t>
            </a:r>
            <a:r>
              <a:rPr lang="en-US" sz="1400" b="1" dirty="0">
                <a:sym typeface="Wingdings" panose="05000000000000000000" pitchFamily="2" charset="2"/>
              </a:rPr>
              <a:t>pdf</a:t>
            </a:r>
            <a:r>
              <a:rPr lang="en-US" sz="1400" dirty="0">
                <a:sym typeface="Wingdings" panose="05000000000000000000" pitchFamily="2" charset="2"/>
              </a:rPr>
              <a:t> to .</a:t>
            </a:r>
            <a:r>
              <a:rPr lang="en-US" sz="1400" b="1" dirty="0">
                <a:sym typeface="Wingdings" panose="05000000000000000000" pitchFamily="2" charset="2"/>
              </a:rPr>
              <a:t>a2w</a:t>
            </a:r>
            <a:r>
              <a:rPr lang="en-US" sz="1400" dirty="0">
                <a:sym typeface="Wingdings" panose="05000000000000000000" pitchFamily="2" charset="2"/>
              </a:rPr>
              <a:t>. If on Mac, see slide below on “Mac: Changing File Name Extension.”</a:t>
            </a:r>
            <a:endParaRPr lang="en-US" sz="1400" dirty="0"/>
          </a:p>
        </p:txBody>
      </p:sp>
      <p:grpSp>
        <p:nvGrpSpPr>
          <p:cNvPr id="33" name="Group 32" descr="Grouped diagram illustrating Alice2 Usage Tips with multiple visual components." title="Alice2 Usage Tips Diagram">
            <a:extLst>
              <a:ext uri="{FF2B5EF4-FFF2-40B4-BE49-F238E27FC236}">
                <a16:creationId xmlns:a16="http://schemas.microsoft.com/office/drawing/2014/main" id="{04461234-AFF1-1DBC-DF8B-28F896744E49}"/>
              </a:ext>
              <a:ext uri="{C183D7F6-B498-43B3-948B-1728B52AA6E4}">
                <adec:decorative xmlns:adec="http://schemas.microsoft.com/office/drawing/2017/decorative" val="0"/>
              </a:ext>
            </a:extLst>
          </p:cNvPr>
          <p:cNvGrpSpPr/>
          <p:nvPr/>
        </p:nvGrpSpPr>
        <p:grpSpPr>
          <a:xfrm>
            <a:off x="6283661" y="1451628"/>
            <a:ext cx="2534255" cy="3438272"/>
            <a:chOff x="6283661" y="1451628"/>
            <a:chExt cx="2534255" cy="3438272"/>
          </a:xfrm>
        </p:grpSpPr>
        <p:sp>
          <p:nvSpPr>
            <p:cNvPr id="3" name="TextBox 2">
              <a:extLst>
                <a:ext uri="{FF2B5EF4-FFF2-40B4-BE49-F238E27FC236}">
                  <a16:creationId xmlns:a16="http://schemas.microsoft.com/office/drawing/2014/main" id="{F5A472EF-EEDC-E85F-32CF-5BEF16916562}"/>
                </a:ext>
              </a:extLst>
            </p:cNvPr>
            <p:cNvSpPr txBox="1"/>
            <p:nvPr/>
          </p:nvSpPr>
          <p:spPr>
            <a:xfrm>
              <a:off x="7156028" y="4566966"/>
              <a:ext cx="614031" cy="307777"/>
            </a:xfrm>
            <a:prstGeom prst="rect">
              <a:avLst/>
            </a:prstGeom>
            <a:noFill/>
            <a:ln>
              <a:solidFill>
                <a:srgbClr val="FF0000"/>
              </a:solidFill>
            </a:ln>
          </p:spPr>
          <p:txBody>
            <a:bodyPr wrap="square">
              <a:spAutoFit/>
            </a:bodyPr>
            <a:lstStyle/>
            <a:p>
              <a:r>
                <a:rPr lang="en-US" dirty="0"/>
                <a:t> Ch2</a:t>
              </a:r>
            </a:p>
          </p:txBody>
        </p:sp>
        <p:sp>
          <p:nvSpPr>
            <p:cNvPr id="5" name="TextBox 4">
              <a:extLst>
                <a:ext uri="{FF2B5EF4-FFF2-40B4-BE49-F238E27FC236}">
                  <a16:creationId xmlns:a16="http://schemas.microsoft.com/office/drawing/2014/main" id="{B728C8B9-A6FE-8BFD-B8E8-D23862EC1710}"/>
                </a:ext>
              </a:extLst>
            </p:cNvPr>
            <p:cNvSpPr txBox="1"/>
            <p:nvPr/>
          </p:nvSpPr>
          <p:spPr>
            <a:xfrm>
              <a:off x="7413071" y="1451628"/>
              <a:ext cx="1039333" cy="307777"/>
            </a:xfrm>
            <a:prstGeom prst="rect">
              <a:avLst/>
            </a:prstGeom>
            <a:noFill/>
            <a:ln>
              <a:solidFill>
                <a:srgbClr val="FF0000"/>
              </a:solidFill>
            </a:ln>
          </p:spPr>
          <p:txBody>
            <a:bodyPr wrap="square">
              <a:spAutoFit/>
            </a:bodyPr>
            <a:lstStyle/>
            <a:p>
              <a:r>
                <a:rPr lang="en-US" dirty="0"/>
                <a:t>This PC</a:t>
              </a:r>
            </a:p>
          </p:txBody>
        </p:sp>
        <p:sp>
          <p:nvSpPr>
            <p:cNvPr id="7" name="TextBox 6">
              <a:extLst>
                <a:ext uri="{FF2B5EF4-FFF2-40B4-BE49-F238E27FC236}">
                  <a16:creationId xmlns:a16="http://schemas.microsoft.com/office/drawing/2014/main" id="{9D1F8888-384D-672F-5F26-A29205AEC8A8}"/>
                </a:ext>
              </a:extLst>
            </p:cNvPr>
            <p:cNvSpPr txBox="1"/>
            <p:nvPr/>
          </p:nvSpPr>
          <p:spPr>
            <a:xfrm>
              <a:off x="7062196" y="1983257"/>
              <a:ext cx="1177556" cy="307777"/>
            </a:xfrm>
            <a:prstGeom prst="rect">
              <a:avLst/>
            </a:prstGeom>
            <a:noFill/>
            <a:ln>
              <a:solidFill>
                <a:srgbClr val="FF0000"/>
              </a:solidFill>
            </a:ln>
          </p:spPr>
          <p:txBody>
            <a:bodyPr wrap="square">
              <a:spAutoFit/>
            </a:bodyPr>
            <a:lstStyle/>
            <a:p>
              <a:r>
                <a:rPr lang="en-US" dirty="0"/>
                <a:t>Documents</a:t>
              </a:r>
            </a:p>
          </p:txBody>
        </p:sp>
        <p:sp>
          <p:nvSpPr>
            <p:cNvPr id="9" name="TextBox 8">
              <a:extLst>
                <a:ext uri="{FF2B5EF4-FFF2-40B4-BE49-F238E27FC236}">
                  <a16:creationId xmlns:a16="http://schemas.microsoft.com/office/drawing/2014/main" id="{8831E7C6-B1AA-81DC-D569-CE8E07EFCA1F}"/>
                </a:ext>
              </a:extLst>
            </p:cNvPr>
            <p:cNvSpPr txBox="1"/>
            <p:nvPr/>
          </p:nvSpPr>
          <p:spPr>
            <a:xfrm>
              <a:off x="6699360" y="2642623"/>
              <a:ext cx="954272" cy="307777"/>
            </a:xfrm>
            <a:prstGeom prst="rect">
              <a:avLst/>
            </a:prstGeom>
            <a:noFill/>
            <a:ln>
              <a:solidFill>
                <a:srgbClr val="FF0000"/>
              </a:solidFill>
            </a:ln>
          </p:spPr>
          <p:txBody>
            <a:bodyPr wrap="square">
              <a:spAutoFit/>
            </a:bodyPr>
            <a:lstStyle/>
            <a:p>
              <a:r>
                <a:rPr lang="en-US" dirty="0"/>
                <a:t> COS101</a:t>
              </a:r>
            </a:p>
          </p:txBody>
        </p:sp>
        <p:sp>
          <p:nvSpPr>
            <p:cNvPr id="11" name="TextBox 10">
              <a:extLst>
                <a:ext uri="{FF2B5EF4-FFF2-40B4-BE49-F238E27FC236}">
                  <a16:creationId xmlns:a16="http://schemas.microsoft.com/office/drawing/2014/main" id="{40231214-DEFC-9442-569A-6D5AAA13166D}"/>
                </a:ext>
              </a:extLst>
            </p:cNvPr>
            <p:cNvSpPr txBox="1"/>
            <p:nvPr/>
          </p:nvSpPr>
          <p:spPr>
            <a:xfrm>
              <a:off x="6513814" y="3249030"/>
              <a:ext cx="853262" cy="307777"/>
            </a:xfrm>
            <a:prstGeom prst="rect">
              <a:avLst/>
            </a:prstGeom>
            <a:noFill/>
            <a:ln>
              <a:solidFill>
                <a:srgbClr val="FF0000"/>
              </a:solidFill>
            </a:ln>
          </p:spPr>
          <p:txBody>
            <a:bodyPr wrap="square">
              <a:spAutoFit/>
            </a:bodyPr>
            <a:lstStyle/>
            <a:p>
              <a:r>
                <a:rPr lang="en-US" dirty="0">
                  <a:solidFill>
                    <a:srgbClr val="A00000"/>
                  </a:solidFill>
                </a:rPr>
                <a:t> Alice </a:t>
              </a:r>
            </a:p>
          </p:txBody>
        </p:sp>
        <p:sp>
          <p:nvSpPr>
            <p:cNvPr id="13" name="TextBox 12">
              <a:extLst>
                <a:ext uri="{FF2B5EF4-FFF2-40B4-BE49-F238E27FC236}">
                  <a16:creationId xmlns:a16="http://schemas.microsoft.com/office/drawing/2014/main" id="{E9F7EDFE-BD67-928A-7C67-72711ACC356E}"/>
                </a:ext>
              </a:extLst>
            </p:cNvPr>
            <p:cNvSpPr txBox="1"/>
            <p:nvPr/>
          </p:nvSpPr>
          <p:spPr>
            <a:xfrm>
              <a:off x="7650974" y="3229112"/>
              <a:ext cx="1166942" cy="523220"/>
            </a:xfrm>
            <a:prstGeom prst="rect">
              <a:avLst/>
            </a:prstGeom>
            <a:noFill/>
            <a:ln>
              <a:solidFill>
                <a:srgbClr val="FF0000"/>
              </a:solidFill>
            </a:ln>
          </p:spPr>
          <p:txBody>
            <a:bodyPr wrap="square">
              <a:spAutoFit/>
            </a:bodyPr>
            <a:lstStyle/>
            <a:p>
              <a:r>
                <a:rPr lang="en-US" dirty="0"/>
                <a:t>Computer </a:t>
              </a:r>
            </a:p>
            <a:p>
              <a:r>
                <a:rPr lang="en-US" dirty="0"/>
                <a:t>Concept</a:t>
              </a:r>
            </a:p>
          </p:txBody>
        </p:sp>
        <p:sp>
          <p:nvSpPr>
            <p:cNvPr id="15" name="TextBox 14">
              <a:extLst>
                <a:ext uri="{FF2B5EF4-FFF2-40B4-BE49-F238E27FC236}">
                  <a16:creationId xmlns:a16="http://schemas.microsoft.com/office/drawing/2014/main" id="{0B56DBEA-16FC-129D-3E7B-1E4972FA59A4}"/>
                </a:ext>
              </a:extLst>
            </p:cNvPr>
            <p:cNvSpPr txBox="1"/>
            <p:nvPr/>
          </p:nvSpPr>
          <p:spPr>
            <a:xfrm>
              <a:off x="6366672" y="3890380"/>
              <a:ext cx="623352" cy="307777"/>
            </a:xfrm>
            <a:prstGeom prst="rect">
              <a:avLst/>
            </a:prstGeom>
            <a:noFill/>
            <a:ln>
              <a:solidFill>
                <a:srgbClr val="FF0000"/>
              </a:solidFill>
            </a:ln>
          </p:spPr>
          <p:txBody>
            <a:bodyPr wrap="square">
              <a:spAutoFit/>
            </a:bodyPr>
            <a:lstStyle/>
            <a:p>
              <a:r>
                <a:rPr lang="en-US" dirty="0"/>
                <a:t>HW </a:t>
              </a:r>
            </a:p>
          </p:txBody>
        </p:sp>
        <p:sp>
          <p:nvSpPr>
            <p:cNvPr id="17" name="TextBox 16">
              <a:extLst>
                <a:ext uri="{FF2B5EF4-FFF2-40B4-BE49-F238E27FC236}">
                  <a16:creationId xmlns:a16="http://schemas.microsoft.com/office/drawing/2014/main" id="{801DCEAC-81A1-8BF1-58A8-111656F1B2D9}"/>
                </a:ext>
              </a:extLst>
            </p:cNvPr>
            <p:cNvSpPr txBox="1"/>
            <p:nvPr/>
          </p:nvSpPr>
          <p:spPr>
            <a:xfrm>
              <a:off x="6283661" y="4582123"/>
              <a:ext cx="614031" cy="307777"/>
            </a:xfrm>
            <a:prstGeom prst="rect">
              <a:avLst/>
            </a:prstGeom>
            <a:noFill/>
            <a:ln>
              <a:solidFill>
                <a:srgbClr val="FF0000"/>
              </a:solidFill>
            </a:ln>
          </p:spPr>
          <p:txBody>
            <a:bodyPr wrap="square">
              <a:spAutoFit/>
            </a:bodyPr>
            <a:lstStyle/>
            <a:p>
              <a:r>
                <a:rPr lang="en-US" dirty="0"/>
                <a:t>Ch1</a:t>
              </a:r>
            </a:p>
          </p:txBody>
        </p:sp>
        <p:cxnSp>
          <p:nvCxnSpPr>
            <p:cNvPr id="19" name="Straight Arrow Connector 18" descr="Informative graphic on Alice2 Usage Tips showing: File&gt;New World to “Welcome to Alice!”&#10;“Welcome to Alice!”&gt;Open a World tab has your recent folder&#10;“Welcome to Alice!”&gt;Textbook has the two examples.&#10;Click an (existing) object to get yellow bounding box, click Add Object, to get single/quad view to edit. Click DONE to return to World&#10;To enlarge, shrink an object: click the objectAdd Objectclick single view/resizepress mouse-left button, move up (enlarge), move down (shrink).  In Quadview’s magnifying glass, mouse to right to enlarge, left to shrink.&#10;Changing color, etc. is to be done with an object’s properties.&#10;A right click on an object, popup-menu||methods has list of avail methods (actions) and properties, a superset of the methods and properties that you can apply to the object.&#10;When you save, click on pull-down in the save box to get to the folder where you want to store all your Alice related files. It’s important to have an effective file/folder/directory structure to store like-kind files so you (human) can find/search for them later.&#10;Your machine may save your file in a desktop. If so, move it to designated folder.&#10;Do not use illegal characters in file names such as /\:*?”&lt;&gt;. Alice will say you do not have enough storage instead of illegal file name, which can be very confusing.&#10;If your *.a2w is auto saved as *.pdf in your machine, if on Windows, do “rename” to change .pdf to .a2w. If on Mac, see slide below on “Mac: Changing File Name Extension.”; An example File Structure –&#10;like a ‘tree” with a root, branches, and leaves; Alice2 Usage Tips." title="Alice2 Usage Tips Graphic">
              <a:extLst>
                <a:ext uri="{FF2B5EF4-FFF2-40B4-BE49-F238E27FC236}">
                  <a16:creationId xmlns:a16="http://schemas.microsoft.com/office/drawing/2014/main" id="{C81571E2-8756-C04C-65CB-6EAF563FF474}"/>
                </a:ext>
                <a:ext uri="{C183D7F6-B498-43B3-948B-1728B52AA6E4}">
                  <adec:decorative xmlns:adec="http://schemas.microsoft.com/office/drawing/2017/decorative" val="0"/>
                </a:ext>
              </a:extLst>
            </p:cNvPr>
            <p:cNvCxnSpPr>
              <a:stCxn id="5" idx="2"/>
              <a:endCxn id="7" idx="0"/>
            </p:cNvCxnSpPr>
            <p:nvPr/>
          </p:nvCxnSpPr>
          <p:spPr>
            <a:xfrm flipH="1">
              <a:off x="7650974" y="1759405"/>
              <a:ext cx="281764" cy="22385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descr="Informative graphic on Alice2 Usage Tips showing: File&gt;New World to “Welcome to Alice!”&#10;“Welcome to Alice!”&gt;Open a World tab has your recent folder&#10;“Welcome to Alice!”&gt;Textbook has the two examples.&#10;Click an (existing) object to get yellow bounding box, click Add Object, to get single/quad view to edit. Click DONE to return to World&#10;To enlarge, shrink an object: click the objectAdd Objectclick single view/resizepress mouse-left button, move up (enlarge), move down (shrink).  In Quadview’s magnifying glass, mouse to right to enlarge, left to shrink.&#10;Changing color, etc. is to be done with an object’s properties.&#10;A right click on an object, popup-menu||methods has list of avail methods (actions) and properties, a superset of the methods and properties that you can apply to the object.&#10;When you save, click on pull-down in the save box to get to the folder where you want to store all your Alice related files. It’s important to have an effective file/folder/directory structure to store like-kind files so you (human) can find/search for them later.&#10;Your machine may save your file in a desktop. If so, move it to designated folder.&#10;Do not use illegal characters in file names such as /\:*?”&lt;&gt;. Alice will say you do not have enough storage instead of illegal file name, which can be very confusing.&#10;If your *.a2w is auto saved as *.pdf in your machine, if on Windows, do “rename” to change .pdf to .a2w. If on Mac, see slide below on “Mac: Changing File Name Extension.”; An example File Structure –&#10;like a ‘tree” with a root, branches, and leaves; Alice2 Usage Tips." title="Alice2 Usage Tips Graphic">
              <a:extLst>
                <a:ext uri="{FF2B5EF4-FFF2-40B4-BE49-F238E27FC236}">
                  <a16:creationId xmlns:a16="http://schemas.microsoft.com/office/drawing/2014/main" id="{65761C5B-3F07-19CF-2CF5-8329513F2682}"/>
                </a:ext>
                <a:ext uri="{C183D7F6-B498-43B3-948B-1728B52AA6E4}">
                  <adec:decorative xmlns:adec="http://schemas.microsoft.com/office/drawing/2017/decorative" val="0"/>
                </a:ext>
              </a:extLst>
            </p:cNvPr>
            <p:cNvCxnSpPr/>
            <p:nvPr/>
          </p:nvCxnSpPr>
          <p:spPr>
            <a:xfrm flipH="1">
              <a:off x="7138839" y="2343836"/>
              <a:ext cx="281764" cy="22385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descr="Informative graphic on Alice2 Usage Tips showing: File&gt;New World to “Welcome to Alice!”&#10;“Welcome to Alice!”&gt;Open a World tab has your recent folder&#10;“Welcome to Alice!”&gt;Textbook has the two examples.&#10;Click an (existing) object to get yellow bounding box, click Add Object, to get single/quad view to edit. Click DONE to return to World&#10;To enlarge, shrink an object: click the objectAdd Objectclick single view/resizepress mouse-left button, move up (enlarge), move down (shrink).  In Quadview’s magnifying glass, mouse to right to enlarge, left to shrink.&#10;Changing color, etc. is to be done with an object’s properties.&#10;A right click on an object, popup-menu||methods has list of avail methods (actions) and properties, a superset of the methods and properties that you can apply to the object.&#10;When you save, click on pull-down in the save box to get to the folder where you want to store all your Alice related files. It’s important to have an effective file/folder/directory structure to store like-kind files so you (human) can find/search for them later.&#10;Your machine may save your file in a desktop. If so, move it to designated folder.&#10;Do not use illegal characters in file names such as /\:*?”&lt;&gt;. Alice will say you do not have enough storage instead of illegal file name, which can be very confusing.&#10;If your *.a2w is auto saved as *.pdf in your machine, if on Windows, do “rename” to change .pdf to .a2w. If on Mac, see slide below on “Mac: Changing File Name Extension.”; An example File Structure –&#10;like a ‘tree” with a root, branches, and leaves; Alice2 Usage Tips." title="Alice2 Usage Tips Graphic">
              <a:extLst>
                <a:ext uri="{FF2B5EF4-FFF2-40B4-BE49-F238E27FC236}">
                  <a16:creationId xmlns:a16="http://schemas.microsoft.com/office/drawing/2014/main" id="{D00C5F30-5441-D127-7EE8-8BA83ABF8F08}"/>
                </a:ext>
                <a:ext uri="{C183D7F6-B498-43B3-948B-1728B52AA6E4}">
                  <adec:decorative xmlns:adec="http://schemas.microsoft.com/office/drawing/2017/decorative" val="0"/>
                </a:ext>
              </a:extLst>
            </p:cNvPr>
            <p:cNvCxnSpPr/>
            <p:nvPr/>
          </p:nvCxnSpPr>
          <p:spPr>
            <a:xfrm flipH="1">
              <a:off x="6784925" y="3005260"/>
              <a:ext cx="281764" cy="22385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descr="Informative graphic on Alice2 Usage Tips showing: File&gt;New World to “Welcome to Alice!”&#10;“Welcome to Alice!”&gt;Open a World tab has your recent folder&#10;“Welcome to Alice!”&gt;Textbook has the two examples.&#10;Click an (existing) object to get yellow bounding box, click Add Object, to get single/quad view to edit. Click DONE to return to World&#10;To enlarge, shrink an object: click the objectAdd Objectclick single view/resizepress mouse-left button, move up (enlarge), move down (shrink).  In Quadview’s magnifying glass, mouse to right to enlarge, left to shrink.&#10;Changing color, etc. is to be done with an object’s properties.&#10;A right click on an object, popup-menu||methods has list of avail methods (actions) and properties, a superset of the methods and properties that you can apply to the object.&#10;When you save, click on pull-down in the save box to get to the folder where you want to store all your Alice related files. It’s important to have an effective file/folder/directory structure to store like-kind files so you (human) can find/search for them later.&#10;Your machine may save your file in a desktop. If so, move it to designated folder.&#10;Do not use illegal characters in file names such as /\:*?”&lt;&gt;. Alice will say you do not have enough storage instead of illegal file name, which can be very confusing.&#10;If your *.a2w is auto saved as *.pdf in your machine, if on Windows, do “rename” to change .pdf to .a2w. If on Mac, see slide below on “Mac: Changing File Name Extension.”; An example File Structure –&#10;like a ‘tree” with a root, branches, and leaves; Alice2 Usage Tips." title="Alice2 Usage Tips Graphic">
              <a:extLst>
                <a:ext uri="{FF2B5EF4-FFF2-40B4-BE49-F238E27FC236}">
                  <a16:creationId xmlns:a16="http://schemas.microsoft.com/office/drawing/2014/main" id="{E3DF7EC6-5C27-A1BA-4703-458B5931D48B}"/>
                </a:ext>
                <a:ext uri="{C183D7F6-B498-43B3-948B-1728B52AA6E4}">
                  <adec:decorative xmlns:adec="http://schemas.microsoft.com/office/drawing/2017/decorative" val="0"/>
                </a:ext>
              </a:extLst>
            </p:cNvPr>
            <p:cNvCxnSpPr>
              <a:cxnSpLocks/>
            </p:cNvCxnSpPr>
            <p:nvPr/>
          </p:nvCxnSpPr>
          <p:spPr>
            <a:xfrm>
              <a:off x="7436225" y="2982777"/>
              <a:ext cx="608440" cy="16517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descr="Informative graphic on Alice2 Usage Tips showing: File&gt;New World to “Welcome to Alice!”&#10;“Welcome to Alice!”&gt;Open a World tab has your recent folder&#10;“Welcome to Alice!”&gt;Textbook has the two examples.&#10;Click an (existing) object to get yellow bounding box, click Add Object, to get single/quad view to edit. Click DONE to return to World&#10;To enlarge, shrink an object: click the objectAdd Objectclick single view/resizepress mouse-left button, move up (enlarge), move down (shrink).  In Quadview’s magnifying glass, mouse to right to enlarge, left to shrink.&#10;Changing color, etc. is to be done with an object’s properties.&#10;A right click on an object, popup-menu||methods has list of avail methods (actions) and properties, a superset of the methods and properties that you can apply to the object.&#10;When you save, click on pull-down in the save box to get to the folder where you want to store all your Alice related files. It’s important to have an effective file/folder/directory structure to store like-kind files so you (human) can find/search for them later.&#10;Your machine may save your file in a desktop. If so, move it to designated folder.&#10;Do not use illegal characters in file names such as /\:*?”&lt;&gt;. Alice will say you do not have enough storage instead of illegal file name, which can be very confusing.&#10;If your *.a2w is auto saved as *.pdf in your machine, if on Windows, do “rename” to change .pdf to .a2w. If on Mac, see slide below on “Mac: Changing File Name Extension.”; An example File Structure –&#10;like a ‘tree” with a root, branches, and leaves; Alice2 Usage Tips." title="Alice2 Usage Tips Graphic">
              <a:extLst>
                <a:ext uri="{FF2B5EF4-FFF2-40B4-BE49-F238E27FC236}">
                  <a16:creationId xmlns:a16="http://schemas.microsoft.com/office/drawing/2014/main" id="{C42BB8D2-9356-CB7F-CBE4-3194B08F52E2}"/>
                </a:ext>
                <a:ext uri="{C183D7F6-B498-43B3-948B-1728B52AA6E4}">
                  <adec:decorative xmlns:adec="http://schemas.microsoft.com/office/drawing/2017/decorative" val="0"/>
                </a:ext>
              </a:extLst>
            </p:cNvPr>
            <p:cNvCxnSpPr>
              <a:cxnSpLocks/>
              <a:stCxn id="11" idx="2"/>
            </p:cNvCxnSpPr>
            <p:nvPr/>
          </p:nvCxnSpPr>
          <p:spPr>
            <a:xfrm flipH="1">
              <a:off x="6581451" y="3556807"/>
              <a:ext cx="358994" cy="33357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descr="Informative graphic on Alice2 Usage Tips showing: File&gt;New World to “Welcome to Alice!”&#10;“Welcome to Alice!”&gt;Open a World tab has your recent folder&#10;“Welcome to Alice!”&gt;Textbook has the two examples.&#10;Click an (existing) object to get yellow bounding box, click Add Object, to get single/quad view to edit. Click DONE to return to World&#10;To enlarge, shrink an object: click the objectAdd Objectclick single view/resizepress mouse-left button, move up (enlarge), move down (shrink).  In Quadview’s magnifying glass, mouse to right to enlarge, left to shrink.&#10;Changing color, etc. is to be done with an object’s properties.&#10;A right click on an object, popup-menu||methods has list of avail methods (actions) and properties, a superset of the methods and properties that you can apply to the object.&#10;When you save, click on pull-down in the save box to get to the folder where you want to store all your Alice related files. It’s important to have an effective file/folder/directory structure to store like-kind files so you (human) can find/search for them later.&#10;Your machine may save your file in a desktop. If so, move it to designated folder.&#10;Do not use illegal characters in file names such as /\:*?”&lt;&gt;. Alice will say you do not have enough storage instead of illegal file name, which can be very confusing.&#10;If your *.a2w is auto saved as *.pdf in your machine, if on Windows, do “rename” to change .pdf to .a2w. If on Mac, see slide below on “Mac: Changing File Name Extension.”; An example File Structure –&#10;like a ‘tree” with a root, branches, and leaves; Alice2 Usage Tips." title="Alice2 Usage Tips Graphic">
              <a:extLst>
                <a:ext uri="{FF2B5EF4-FFF2-40B4-BE49-F238E27FC236}">
                  <a16:creationId xmlns:a16="http://schemas.microsoft.com/office/drawing/2014/main" id="{D5EE31AC-4DB7-7AD7-451C-017CD85E2DF6}"/>
                </a:ext>
                <a:ext uri="{C183D7F6-B498-43B3-948B-1728B52AA6E4}">
                  <adec:decorative xmlns:adec="http://schemas.microsoft.com/office/drawing/2017/decorative" val="0"/>
                </a:ext>
              </a:extLst>
            </p:cNvPr>
            <p:cNvCxnSpPr>
              <a:cxnSpLocks/>
            </p:cNvCxnSpPr>
            <p:nvPr/>
          </p:nvCxnSpPr>
          <p:spPr>
            <a:xfrm flipH="1">
              <a:off x="6513814" y="4270635"/>
              <a:ext cx="153727" cy="26109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descr="Informative graphic on Alice2 Usage Tips showing: File&gt;New World to “Welcome to Alice!”&#10;“Welcome to Alice!”&gt;Open a World tab has your recent folder&#10;“Welcome to Alice!”&gt;Textbook has the two examples.&#10;Click an (existing) object to get yellow bounding box, click Add Object, to get single/quad view to edit. Click DONE to return to World&#10;To enlarge, shrink an object: click the objectAdd Objectclick single view/resizepress mouse-left button, move up (enlarge), move down (shrink).  In Quadview’s magnifying glass, mouse to right to enlarge, left to shrink.&#10;Changing color, etc. is to be done with an object’s properties.&#10;A right click on an object, popup-menu||methods has list of avail methods (actions) and properties, a superset of the methods and properties that you can apply to the object.&#10;When you save, click on pull-down in the save box to get to the folder where you want to store all your Alice related files. It’s important to have an effective file/folder/directory structure to store like-kind files so you (human) can find/search for them later.&#10;Your machine may save your file in a desktop. If so, move it to designated folder.&#10;Do not use illegal characters in file names such as /\:*?”&lt;&gt;. Alice will say you do not have enough storage instead of illegal file name, which can be very confusing.&#10;If your *.a2w is auto saved as *.pdf in your machine, if on Windows, do “rename” to change .pdf to .a2w. If on Mac, see slide below on “Mac: Changing File Name Extension.”; An example File Structure –&#10;like a ‘tree” with a root, branches, and leaves; Alice2 Usage Tips." title="Alice2 Usage Tips Graphic">
              <a:extLst>
                <a:ext uri="{FF2B5EF4-FFF2-40B4-BE49-F238E27FC236}">
                  <a16:creationId xmlns:a16="http://schemas.microsoft.com/office/drawing/2014/main" id="{A24DD09F-5D69-863C-5424-61DC67889D64}"/>
                </a:ext>
                <a:ext uri="{C183D7F6-B498-43B3-948B-1728B52AA6E4}">
                  <adec:decorative xmlns:adec="http://schemas.microsoft.com/office/drawing/2017/decorative" val="0"/>
                </a:ext>
              </a:extLst>
            </p:cNvPr>
            <p:cNvCxnSpPr>
              <a:cxnSpLocks/>
              <a:endCxn id="3" idx="0"/>
            </p:cNvCxnSpPr>
            <p:nvPr/>
          </p:nvCxnSpPr>
          <p:spPr>
            <a:xfrm>
              <a:off x="6844315" y="4248550"/>
              <a:ext cx="618729" cy="31841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2" name="TextBox 1">
            <a:extLst>
              <a:ext uri="{FF2B5EF4-FFF2-40B4-BE49-F238E27FC236}">
                <a16:creationId xmlns:a16="http://schemas.microsoft.com/office/drawing/2014/main" id="{49F21D2B-2D7B-E570-567A-BF982706CB73}"/>
              </a:ext>
            </a:extLst>
          </p:cNvPr>
          <p:cNvSpPr txBox="1"/>
          <p:nvPr/>
        </p:nvSpPr>
        <p:spPr>
          <a:xfrm>
            <a:off x="6146243" y="5162660"/>
            <a:ext cx="2660243" cy="738664"/>
          </a:xfrm>
          <a:prstGeom prst="rect">
            <a:avLst/>
          </a:prstGeom>
          <a:noFill/>
        </p:spPr>
        <p:txBody>
          <a:bodyPr wrap="square" rtlCol="0">
            <a:spAutoFit/>
          </a:bodyPr>
          <a:lstStyle/>
          <a:p>
            <a:r>
              <a:rPr lang="en-US" dirty="0">
                <a:highlight>
                  <a:srgbClr val="FFFF00"/>
                </a:highlight>
              </a:rPr>
              <a:t>An example </a:t>
            </a:r>
            <a:r>
              <a:rPr lang="en-US" b="1" dirty="0">
                <a:highlight>
                  <a:srgbClr val="FFFF00"/>
                </a:highlight>
              </a:rPr>
              <a:t>File Structure </a:t>
            </a:r>
            <a:r>
              <a:rPr lang="en-US" dirty="0">
                <a:highlight>
                  <a:srgbClr val="FFFF00"/>
                </a:highlight>
              </a:rPr>
              <a:t>–</a:t>
            </a:r>
          </a:p>
          <a:p>
            <a:r>
              <a:rPr lang="en-US" dirty="0">
                <a:highlight>
                  <a:srgbClr val="FFFF00"/>
                </a:highlight>
              </a:rPr>
              <a:t>like a ‘</a:t>
            </a:r>
            <a:r>
              <a:rPr lang="en-US" b="1" dirty="0">
                <a:highlight>
                  <a:srgbClr val="FFFF00"/>
                </a:highlight>
              </a:rPr>
              <a:t>tree</a:t>
            </a:r>
            <a:r>
              <a:rPr lang="en-US" dirty="0">
                <a:highlight>
                  <a:srgbClr val="FFFF00"/>
                </a:highlight>
              </a:rPr>
              <a:t>” with a root, branches, and leaves</a:t>
            </a:r>
          </a:p>
        </p:txBody>
      </p:sp>
    </p:spTree>
    <p:extLst>
      <p:ext uri="{BB962C8B-B14F-4D97-AF65-F5344CB8AC3E}">
        <p14:creationId xmlns:p14="http://schemas.microsoft.com/office/powerpoint/2010/main" val="253660127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2" name="Title 1">
            <a:extLst>
              <a:ext uri="{FF2B5EF4-FFF2-40B4-BE49-F238E27FC236}">
                <a16:creationId xmlns:a16="http://schemas.microsoft.com/office/drawing/2014/main" id="{D08FCD4B-D89D-E01B-41A2-2FEE453E9A50}"/>
              </a:ext>
            </a:extLst>
          </p:cNvPr>
          <p:cNvSpPr>
            <a:spLocks noGrp="1"/>
          </p:cNvSpPr>
          <p:nvPr>
            <p:ph type="title"/>
          </p:nvPr>
        </p:nvSpPr>
        <p:spPr>
          <a:xfrm>
            <a:off x="127000" y="-1270000"/>
            <a:ext cx="8890000" cy="508000"/>
          </a:xfrm>
        </p:spPr>
        <p:txBody>
          <a:bodyPr/>
          <a:lstStyle/>
          <a:p>
            <a:r>
              <a:rPr lang="en-US" dirty="0"/>
              <a:t>“Flip Class” Topic Research and Discuss...</a:t>
            </a:r>
          </a:p>
        </p:txBody>
      </p:sp>
      <p:sp>
        <p:nvSpPr>
          <p:cNvPr id="4" name="TextBox 3">
            <a:extLst>
              <a:ext uri="{FF2B5EF4-FFF2-40B4-BE49-F238E27FC236}">
                <a16:creationId xmlns:a16="http://schemas.microsoft.com/office/drawing/2014/main" id="{895B0C0C-A49A-4463-B149-2F9DC60D24D1}"/>
              </a:ext>
            </a:extLst>
          </p:cNvPr>
          <p:cNvSpPr txBox="1"/>
          <p:nvPr/>
        </p:nvSpPr>
        <p:spPr>
          <a:xfrm>
            <a:off x="658730" y="3028890"/>
            <a:ext cx="7285120" cy="800219"/>
          </a:xfrm>
          <a:prstGeom prst="rect">
            <a:avLst/>
          </a:prstGeom>
          <a:noFill/>
        </p:spPr>
        <p:txBody>
          <a:bodyPr wrap="square">
            <a:spAutoFit/>
          </a:bodyPr>
          <a:lstStyle/>
          <a:p>
            <a:pPr marL="0" marR="0" lvl="0" indent="0" algn="ctr" rtl="0">
              <a:lnSpc>
                <a:spcPct val="100000"/>
              </a:lnSpc>
              <a:spcBef>
                <a:spcPts val="0"/>
              </a:spcBef>
              <a:spcAft>
                <a:spcPts val="0"/>
              </a:spcAft>
              <a:buClr>
                <a:srgbClr val="800000"/>
              </a:buClr>
              <a:buFont typeface="Arial Narrow"/>
              <a:buNone/>
            </a:pPr>
            <a:r>
              <a:rPr lang="en-US" sz="3200" b="1" dirty="0">
                <a:solidFill>
                  <a:schemeClr val="tx1"/>
                </a:solidFill>
                <a:latin typeface="Arial Narrow"/>
                <a:sym typeface="Arial Narrow"/>
              </a:rPr>
              <a:t>“Flip Class” Topic</a:t>
            </a:r>
          </a:p>
          <a:p>
            <a:pPr marL="0" marR="0" lvl="0" indent="0" algn="ctr" rtl="0">
              <a:lnSpc>
                <a:spcPct val="100000"/>
              </a:lnSpc>
              <a:spcBef>
                <a:spcPts val="0"/>
              </a:spcBef>
              <a:spcAft>
                <a:spcPts val="0"/>
              </a:spcAft>
              <a:buClr>
                <a:srgbClr val="800000"/>
              </a:buClr>
              <a:buFont typeface="Arial Narrow"/>
              <a:buNone/>
            </a:pPr>
            <a:r>
              <a:rPr lang="en-US" sz="1400" b="1" dirty="0">
                <a:solidFill>
                  <a:schemeClr val="tx1"/>
                </a:solidFill>
                <a:latin typeface="Arial Narrow"/>
                <a:sym typeface="Arial Narrow"/>
              </a:rPr>
              <a:t>Research and Discuss in Next Class</a:t>
            </a:r>
            <a:endParaRPr lang="en-US" sz="1400" dirty="0">
              <a:solidFill>
                <a:schemeClr val="tx1"/>
              </a:solidFill>
            </a:endParaRPr>
          </a:p>
        </p:txBody>
      </p:sp>
    </p:spTree>
    <p:extLst>
      <p:ext uri="{BB962C8B-B14F-4D97-AF65-F5344CB8AC3E}">
        <p14:creationId xmlns:p14="http://schemas.microsoft.com/office/powerpoint/2010/main" val="301563341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E1EEB-CDC2-A682-1E8C-6C3FE0D04DF7}"/>
              </a:ext>
            </a:extLst>
          </p:cNvPr>
          <p:cNvSpPr>
            <a:spLocks noGrp="1"/>
          </p:cNvSpPr>
          <p:nvPr>
            <p:ph type="title"/>
          </p:nvPr>
        </p:nvSpPr>
        <p:spPr>
          <a:xfrm>
            <a:off x="762000" y="254000"/>
            <a:ext cx="7620000" cy="641350"/>
          </a:xfrm>
        </p:spPr>
        <p:txBody>
          <a:bodyPr/>
          <a:lstStyle/>
          <a:p>
            <a:r>
              <a:rPr lang="en-US" sz="3600" b="1" dirty="0">
                <a:solidFill>
                  <a:srgbClr val="000000"/>
                </a:solidFill>
                <a:latin typeface="Arial" panose="020B0604020202020204" pitchFamily="34" charset="0"/>
              </a:rPr>
              <a:t>Points to Ponder</a:t>
            </a:r>
          </a:p>
        </p:txBody>
      </p:sp>
      <p:sp>
        <p:nvSpPr>
          <p:cNvPr id="3" name="Text Placeholder 2">
            <a:extLst>
              <a:ext uri="{FF2B5EF4-FFF2-40B4-BE49-F238E27FC236}">
                <a16:creationId xmlns:a16="http://schemas.microsoft.com/office/drawing/2014/main" id="{1BA10057-29E5-4C0A-828B-A87E98E8F006}"/>
              </a:ext>
            </a:extLst>
          </p:cNvPr>
          <p:cNvSpPr>
            <a:spLocks noGrp="1"/>
          </p:cNvSpPr>
          <p:nvPr>
            <p:ph type="body" idx="1"/>
          </p:nvPr>
        </p:nvSpPr>
        <p:spPr>
          <a:xfrm>
            <a:off x="457200" y="975892"/>
            <a:ext cx="8229600" cy="2346158"/>
          </a:xfrm>
        </p:spPr>
        <p:txBody>
          <a:bodyPr/>
          <a:lstStyle/>
          <a:p>
            <a:pPr marL="342900" indent="-342900">
              <a:spcBef>
                <a:spcPts val="0"/>
              </a:spcBef>
              <a:buSzPts val="2400"/>
            </a:pPr>
            <a:r>
              <a:rPr lang="en-US" sz="2400">
                <a:latin typeface="+mn-lt"/>
              </a:rPr>
              <a:t>YouTube Video </a:t>
            </a:r>
            <a:br>
              <a:rPr lang="en-US" sz="2400">
                <a:latin typeface="+mn-lt"/>
              </a:rPr>
            </a:br>
            <a:r>
              <a:rPr lang="en-US" sz="2400">
                <a:latin typeface="+mn-lt"/>
              </a:rPr>
              <a:t>The Top 1% Think on Paper. Here's How To Do It. [10:56]</a:t>
            </a:r>
          </a:p>
          <a:p>
            <a:pPr marL="342900" indent="-342900">
              <a:spcBef>
                <a:spcPts val="0"/>
              </a:spcBef>
              <a:buSzPts val="2400"/>
            </a:pPr>
            <a:r>
              <a:rPr lang="en-US" sz="2400">
                <a:latin typeface="+mn-lt"/>
              </a:rPr>
              <a:t>YouTube Video 5 Rules of The Top 1% That Changed My Life [17:36]</a:t>
            </a:r>
          </a:p>
          <a:p>
            <a:pPr marL="342900" indent="-342900">
              <a:spcBef>
                <a:spcPts val="0"/>
              </a:spcBef>
              <a:buSzPts val="2400"/>
            </a:pPr>
            <a:r>
              <a:rPr lang="en-US" sz="2400">
                <a:latin typeface="+mn-lt"/>
              </a:rPr>
              <a:t>LinkedIn Profile </a:t>
            </a:r>
          </a:p>
          <a:p>
            <a:pPr marL="342900" indent="-342900">
              <a:spcBef>
                <a:spcPts val="0"/>
              </a:spcBef>
              <a:buSzPts val="2400"/>
            </a:pPr>
            <a:r>
              <a:rPr lang="en-US" sz="2400">
                <a:latin typeface="+mn-lt"/>
              </a:rPr>
              <a:t>YouTube Video Steve Jobs on the Truth of Life [00:55]</a:t>
            </a:r>
          </a:p>
          <a:p>
            <a:pPr marL="342900" indent="-342900">
              <a:spcBef>
                <a:spcPts val="0"/>
              </a:spcBef>
              <a:buSzPts val="2400"/>
            </a:pPr>
            <a:r>
              <a:rPr lang="en-US" sz="2400">
                <a:latin typeface="+mn-lt"/>
              </a:rPr>
              <a:t>YouTube Video Life is Short (How to Spend It Wisely) [16:51]</a:t>
            </a:r>
          </a:p>
          <a:p>
            <a:pPr marL="342900" indent="-342900">
              <a:spcBef>
                <a:spcPts val="0"/>
              </a:spcBef>
              <a:buSzPts val="2400"/>
            </a:pPr>
            <a:r>
              <a:rPr lang="en-US" sz="2400">
                <a:latin typeface="+mn-lt"/>
              </a:rPr>
              <a:t>YouTube Video </a:t>
            </a:r>
            <a:br>
              <a:rPr lang="en-US" sz="2400">
                <a:latin typeface="+mn-lt"/>
              </a:rPr>
            </a:br>
            <a:r>
              <a:rPr lang="en-US" sz="2400">
                <a:latin typeface="+mn-lt"/>
              </a:rPr>
              <a:t>Empathy: The Human Connection to Patient Care [4:23]</a:t>
            </a:r>
          </a:p>
          <a:p>
            <a:pPr marL="342900" indent="-342900">
              <a:spcBef>
                <a:spcPts val="0"/>
              </a:spcBef>
              <a:buSzPts val="2400"/>
            </a:pPr>
            <a:endParaRPr lang="en-US" sz="2400">
              <a:latin typeface="+mn-lt"/>
            </a:endParaRPr>
          </a:p>
          <a:p>
            <a:endParaRPr lang="en-US" sz="2400" dirty="0">
              <a:latin typeface="+mn-lt"/>
            </a:endParaRPr>
          </a:p>
        </p:txBody>
      </p:sp>
    </p:spTree>
    <p:extLst>
      <p:ext uri="{BB962C8B-B14F-4D97-AF65-F5344CB8AC3E}">
        <p14:creationId xmlns:p14="http://schemas.microsoft.com/office/powerpoint/2010/main" val="139082707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81268-D23F-A795-0683-110D7115F529}"/>
              </a:ext>
            </a:extLst>
          </p:cNvPr>
          <p:cNvSpPr>
            <a:spLocks noGrp="1"/>
          </p:cNvSpPr>
          <p:nvPr>
            <p:ph type="title"/>
          </p:nvPr>
        </p:nvSpPr>
        <p:spPr>
          <a:xfrm>
            <a:off x="702527" y="886521"/>
            <a:ext cx="7259444" cy="1410630"/>
          </a:xfrm>
        </p:spPr>
        <p:txBody>
          <a:bodyPr/>
          <a:lstStyle/>
          <a:p>
            <a:pPr algn="l"/>
            <a:r>
              <a:rPr lang="en-US" sz="3200">
                <a:solidFill>
                  <a:srgbClr val="000000"/>
                </a:solidFill>
                <a:latin typeface="Arial" panose="020B0604020202020204" pitchFamily="34" charset="0"/>
              </a:rPr>
              <a:t>Notebooklm Web Resource</a:t>
            </a:r>
            <a:br>
              <a:rPr lang="en-US" sz="3200">
                <a:solidFill>
                  <a:srgbClr val="000000"/>
                </a:solidFill>
                <a:latin typeface="Arial" panose="020B0604020202020204" pitchFamily="34" charset="0"/>
              </a:rPr>
            </a:br>
            <a:r>
              <a:rPr lang="en-US" sz="3200">
                <a:solidFill>
                  <a:srgbClr val="000000"/>
                </a:solidFill>
                <a:latin typeface="Arial" panose="020B0604020202020204" pitchFamily="34" charset="0"/>
              </a:rPr>
              <a:t>Microsoft Co-Pilot</a:t>
            </a:r>
            <a:br>
              <a:rPr lang="en-US" sz="3200">
                <a:solidFill>
                  <a:srgbClr val="000000"/>
                </a:solidFill>
                <a:latin typeface="Arial" panose="020B0604020202020204" pitchFamily="34" charset="0"/>
              </a:rPr>
            </a:br>
            <a:endParaRPr lang="en-US" sz="3200" dirty="0">
              <a:solidFill>
                <a:srgbClr val="000000"/>
              </a:solidFill>
              <a:latin typeface="Arial" panose="020B0604020202020204" pitchFamily="34" charset="0"/>
            </a:endParaRPr>
          </a:p>
        </p:txBody>
      </p:sp>
      <p:pic>
        <p:nvPicPr>
          <p:cNvPr id="7" name="Picture 6" descr="Informative graphic on https://notebooklm.google.com/Microsoft Co-Pilot showing: Study Assistants; https://notebooklm.google.com/Microsoft Co-Pilot." title="https://notebooklm.google.com/Microsoft Co-Pilot Graphic">
            <a:extLst>
              <a:ext uri="{FF2B5EF4-FFF2-40B4-BE49-F238E27FC236}">
                <a16:creationId xmlns:a16="http://schemas.microsoft.com/office/drawing/2014/main" id="{4003E069-D59C-43D8-A652-94DE44D96E1C}"/>
              </a:ext>
              <a:ext uri="{C183D7F6-B498-43B3-948B-1728B52AA6E4}">
                <adec:decorative xmlns:adec="http://schemas.microsoft.com/office/drawing/2017/decorative" val="0"/>
              </a:ext>
            </a:extLst>
          </p:cNvPr>
          <p:cNvPicPr>
            <a:picLocks noChangeAspect="1"/>
          </p:cNvPicPr>
          <p:nvPr/>
        </p:nvPicPr>
        <p:blipFill>
          <a:blip r:embed="rId2"/>
          <a:stretch>
            <a:fillRect/>
          </a:stretch>
        </p:blipFill>
        <p:spPr>
          <a:xfrm>
            <a:off x="5564978" y="1793981"/>
            <a:ext cx="1036544" cy="4300749"/>
          </a:xfrm>
          <a:prstGeom prst="rect">
            <a:avLst/>
          </a:prstGeom>
        </p:spPr>
      </p:pic>
      <p:sp>
        <p:nvSpPr>
          <p:cNvPr id="4" name="Google Shape;58;p13">
            <a:extLst>
              <a:ext uri="{FF2B5EF4-FFF2-40B4-BE49-F238E27FC236}">
                <a16:creationId xmlns:a16="http://schemas.microsoft.com/office/drawing/2014/main" id="{A5241306-F293-42EA-8CFB-BB0B4519138C}"/>
              </a:ext>
            </a:extLst>
          </p:cNvPr>
          <p:cNvSpPr txBox="1"/>
          <p:nvPr/>
        </p:nvSpPr>
        <p:spPr>
          <a:xfrm>
            <a:off x="762000" y="254000"/>
            <a:ext cx="7620000" cy="64135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800000"/>
              </a:buClr>
              <a:buFont typeface="Arial"/>
              <a:buNone/>
            </a:pPr>
            <a:r>
              <a:rPr lang="en-US" sz="3600" b="1" dirty="0">
                <a:solidFill>
                  <a:srgbClr val="800000"/>
                </a:solidFill>
              </a:rPr>
              <a:t>Study Assistants</a:t>
            </a:r>
            <a:endParaRPr lang="en-US" dirty="0"/>
          </a:p>
        </p:txBody>
      </p:sp>
      <p:sp>
        <p:nvSpPr>
          <p:cNvPr id="6" name="Text Placeholder 5" descr="Informative graphic on https://notebooklm.google.com/Microsoft Co-Pilot showing: Study Assistants; https://notebooklm.google.com/Microsoft Co-Pilot." title="https://notebooklm.google.com/Microsoft Co-Pilot Graphic">
            <a:extLst>
              <a:ext uri="{FF2B5EF4-FFF2-40B4-BE49-F238E27FC236}">
                <a16:creationId xmlns:a16="http://schemas.microsoft.com/office/drawing/2014/main" id="{FFEA334C-96D1-3D15-D166-70C64B52989D}"/>
              </a:ext>
              <a:ext uri="{C183D7F6-B498-43B3-948B-1728B52AA6E4}">
                <adec:decorative xmlns:adec="http://schemas.microsoft.com/office/drawing/2017/decorative" val="0"/>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361832969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2" name="Title 1">
            <a:extLst>
              <a:ext uri="{FF2B5EF4-FFF2-40B4-BE49-F238E27FC236}">
                <a16:creationId xmlns:a16="http://schemas.microsoft.com/office/drawing/2014/main" id="{D086038B-C09E-25F2-BA18-D38BE9EC38A4}"/>
              </a:ext>
            </a:extLst>
          </p:cNvPr>
          <p:cNvSpPr>
            <a:spLocks noGrp="1"/>
          </p:cNvSpPr>
          <p:nvPr>
            <p:ph type="title"/>
          </p:nvPr>
        </p:nvSpPr>
        <p:spPr>
          <a:xfrm>
            <a:off x="127000" y="-1270000"/>
            <a:ext cx="8890000" cy="508000"/>
          </a:xfrm>
        </p:spPr>
        <p:txBody>
          <a:bodyPr/>
          <a:lstStyle/>
          <a:p>
            <a:r>
              <a:rPr lang="en-US" dirty="0"/>
              <a:t>Supplemental Slides</a:t>
            </a:r>
          </a:p>
        </p:txBody>
      </p:sp>
      <p:sp>
        <p:nvSpPr>
          <p:cNvPr id="170" name="Google Shape;170;p26"/>
          <p:cNvSpPr txBox="1">
            <a:spLocks noGrp="1"/>
          </p:cNvSpPr>
          <p:nvPr>
            <p:ph type="body" idx="1"/>
          </p:nvPr>
        </p:nvSpPr>
        <p:spPr>
          <a:xfrm>
            <a:off x="647700" y="3184358"/>
            <a:ext cx="7848600" cy="942474"/>
          </a:xfrm>
          <a:prstGeom prst="rect">
            <a:avLst/>
          </a:prstGeom>
          <a:noFill/>
          <a:ln>
            <a:noFill/>
          </a:ln>
        </p:spPr>
        <p:txBody>
          <a:bodyPr spcFirstLastPara="1" wrap="square" lIns="91425" tIns="45700" rIns="91425" bIns="45700" anchor="t" anchorCtr="0">
            <a:noAutofit/>
          </a:bodyPr>
          <a:lstStyle/>
          <a:p>
            <a:pPr marL="0" indent="0" algn="ctr">
              <a:spcBef>
                <a:spcPts val="0"/>
              </a:spcBef>
              <a:buSzPts val="2400"/>
              <a:buNone/>
            </a:pPr>
            <a:r>
              <a:rPr lang="en-US" b="1" dirty="0"/>
              <a:t>Supplemental Slides</a:t>
            </a:r>
            <a:endParaRPr lang="en-US" dirty="0"/>
          </a:p>
          <a:p>
            <a:pPr indent="-457200">
              <a:spcBef>
                <a:spcPts val="0"/>
              </a:spcBef>
              <a:buSzPts val="2400"/>
            </a:pPr>
            <a:endParaRPr lang="en-US" dirty="0"/>
          </a:p>
          <a:p>
            <a:pPr marL="342900" marR="0" lvl="0" indent="-342900" algn="l" rtl="0">
              <a:lnSpc>
                <a:spcPct val="100000"/>
              </a:lnSpc>
              <a:spcBef>
                <a:spcPts val="0"/>
              </a:spcBef>
              <a:spcAft>
                <a:spcPts val="0"/>
              </a:spcAft>
              <a:buClr>
                <a:schemeClr val="dk1"/>
              </a:buClr>
              <a:buSzPts val="2400"/>
              <a:buFont typeface="Arial"/>
              <a:buChar char="•"/>
            </a:pPr>
            <a:endParaRPr lang="en-US" dirty="0"/>
          </a:p>
        </p:txBody>
      </p:sp>
    </p:spTree>
    <p:extLst>
      <p:ext uri="{BB962C8B-B14F-4D97-AF65-F5344CB8AC3E}">
        <p14:creationId xmlns:p14="http://schemas.microsoft.com/office/powerpoint/2010/main" val="134094741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6" name="Title 5">
            <a:extLst>
              <a:ext uri="{FF2B5EF4-FFF2-40B4-BE49-F238E27FC236}">
                <a16:creationId xmlns:a16="http://schemas.microsoft.com/office/drawing/2014/main" id="{FF0A5AFA-CFAB-E239-2AC9-8FA62A12E75B}"/>
              </a:ext>
            </a:extLst>
          </p:cNvPr>
          <p:cNvSpPr>
            <a:spLocks noGrp="1"/>
          </p:cNvSpPr>
          <p:nvPr>
            <p:ph type="title"/>
          </p:nvPr>
        </p:nvSpPr>
        <p:spPr>
          <a:xfrm>
            <a:off x="1295400" y="304800"/>
            <a:ext cx="6553200" cy="641350"/>
          </a:xfrm>
        </p:spPr>
        <p:txBody>
          <a:bodyPr/>
          <a:lstStyle/>
          <a:p>
            <a:r>
              <a:rPr lang="en-US" sz="3600" b="1" dirty="0">
                <a:solidFill>
                  <a:srgbClr val="000000"/>
                </a:solidFill>
                <a:latin typeface="Arial" panose="020B0604020202020204" pitchFamily="34" charset="0"/>
              </a:rPr>
              <a:t>Terms: Flow Chart</a:t>
            </a:r>
          </a:p>
        </p:txBody>
      </p:sp>
      <p:sp>
        <p:nvSpPr>
          <p:cNvPr id="3" name="Text Placeholder 2">
            <a:extLst>
              <a:ext uri="{FF2B5EF4-FFF2-40B4-BE49-F238E27FC236}">
                <a16:creationId xmlns:a16="http://schemas.microsoft.com/office/drawing/2014/main" id="{31E36B33-1F73-4E8C-AC17-64AA5023CA91}"/>
              </a:ext>
            </a:extLst>
          </p:cNvPr>
          <p:cNvSpPr>
            <a:spLocks noGrp="1"/>
          </p:cNvSpPr>
          <p:nvPr>
            <p:ph type="body" idx="1"/>
          </p:nvPr>
        </p:nvSpPr>
        <p:spPr>
          <a:xfrm>
            <a:off x="150091" y="824121"/>
            <a:ext cx="4595125" cy="5564900"/>
          </a:xfrm>
        </p:spPr>
        <p:txBody>
          <a:bodyPr/>
          <a:lstStyle/>
          <a:p>
            <a:r>
              <a:rPr lang="en-US" sz="1800" dirty="0"/>
              <a:t>A Flow Chart is a diagram of a set of processes (See next slide re process)</a:t>
            </a:r>
          </a:p>
          <a:p>
            <a:pPr lvl="1"/>
            <a:r>
              <a:rPr lang="en-US" sz="1800" dirty="0"/>
              <a:t>Depicts a flow of events to solve a problem, describe a problem, etc. </a:t>
            </a:r>
          </a:p>
          <a:p>
            <a:pPr lvl="1"/>
            <a:r>
              <a:rPr lang="en-US" sz="1800" dirty="0"/>
              <a:t>Has sequences and combinations of sequences</a:t>
            </a:r>
          </a:p>
          <a:p>
            <a:pPr lvl="1"/>
            <a:r>
              <a:rPr lang="en-US" sz="1800" dirty="0"/>
              <a:t>Uses commonly recognized symbols (Fig 1-1-2) when drawing a flow chart</a:t>
            </a:r>
          </a:p>
          <a:p>
            <a:pPr lvl="2"/>
            <a:r>
              <a:rPr lang="en-US" sz="1400" dirty="0"/>
              <a:t>Use a diamond for decision making with True or False outcome</a:t>
            </a:r>
          </a:p>
          <a:p>
            <a:pPr lvl="2"/>
            <a:r>
              <a:rPr lang="en-US" sz="1400" dirty="0">
                <a:solidFill>
                  <a:schemeClr val="tx1"/>
                </a:solidFill>
              </a:rPr>
              <a:t>Human use logic (yes, no), the so-called </a:t>
            </a:r>
            <a:r>
              <a:rPr lang="en-US" sz="1400" dirty="0">
                <a:solidFill>
                  <a:srgbClr val="A00000"/>
                </a:solidFill>
              </a:rPr>
              <a:t>Boolean Logic </a:t>
            </a:r>
            <a:r>
              <a:rPr lang="en-US" sz="1400" dirty="0">
                <a:solidFill>
                  <a:schemeClr val="tx1"/>
                </a:solidFill>
              </a:rPr>
              <a:t>(not, and, or) to determine </a:t>
            </a:r>
            <a:r>
              <a:rPr lang="en-US" sz="1400" dirty="0"/>
              <a:t>Truth or False of an expression (situation)</a:t>
            </a:r>
          </a:p>
          <a:p>
            <a:r>
              <a:rPr lang="en-US" sz="1800" dirty="0"/>
              <a:t>Stepwise Refinement (work breakdown) is a decomposition of a solution space into pieces of sub-solutions and sub-processes.</a:t>
            </a:r>
          </a:p>
          <a:p>
            <a:pPr marL="508000" lvl="1" indent="0">
              <a:buNone/>
            </a:pPr>
            <a:endParaRPr lang="en-US" sz="1800" dirty="0"/>
          </a:p>
        </p:txBody>
      </p:sp>
      <p:sp>
        <p:nvSpPr>
          <p:cNvPr id="5" name="Google Shape;151;p23">
            <a:extLst>
              <a:ext uri="{FF2B5EF4-FFF2-40B4-BE49-F238E27FC236}">
                <a16:creationId xmlns:a16="http://schemas.microsoft.com/office/drawing/2014/main" id="{38F2C286-1682-4580-A968-2C9DAE4D815C}"/>
              </a:ext>
            </a:extLst>
          </p:cNvPr>
          <p:cNvSpPr/>
          <p:nvPr/>
        </p:nvSpPr>
        <p:spPr>
          <a:xfrm>
            <a:off x="7467600" y="0"/>
            <a:ext cx="1447800" cy="914400"/>
          </a:xfrm>
          <a:prstGeom prst="ellipse">
            <a:avLst/>
          </a:prstGeom>
          <a:solidFill>
            <a:schemeClr val="accen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Font typeface="Arial"/>
              <a:buNone/>
            </a:pPr>
            <a:r>
              <a:rPr lang="en-US" sz="1200" dirty="0">
                <a:solidFill>
                  <a:schemeClr val="dk1"/>
                </a:solidFill>
              </a:rPr>
              <a:t>Pp. 6-7</a:t>
            </a:r>
          </a:p>
          <a:p>
            <a:pPr marL="0" marR="0" lvl="0" indent="0" algn="ctr" rtl="0">
              <a:lnSpc>
                <a:spcPct val="100000"/>
              </a:lnSpc>
              <a:spcBef>
                <a:spcPts val="0"/>
              </a:spcBef>
              <a:spcAft>
                <a:spcPts val="0"/>
              </a:spcAft>
              <a:buClr>
                <a:schemeClr val="dk1"/>
              </a:buClr>
              <a:buFont typeface="Arial"/>
              <a:buNone/>
            </a:pPr>
            <a:r>
              <a:rPr lang="en-US" sz="1200" dirty="0">
                <a:solidFill>
                  <a:schemeClr val="dk1"/>
                </a:solidFill>
              </a:rPr>
              <a:t>Fig.  1-1-2, 1-1-4</a:t>
            </a:r>
            <a:endParaRPr lang="en-US" sz="1200" dirty="0"/>
          </a:p>
        </p:txBody>
      </p:sp>
      <p:grpSp>
        <p:nvGrpSpPr>
          <p:cNvPr id="2" name="Group 1" descr="Grouped diagram illustrating Terms: Flow Chart with multiple visual components." title="Terms: Flow Chart Diagram">
            <a:extLst>
              <a:ext uri="{FF2B5EF4-FFF2-40B4-BE49-F238E27FC236}">
                <a16:creationId xmlns:a16="http://schemas.microsoft.com/office/drawing/2014/main" id="{38EDA473-CFCF-4158-9507-EC1DE3814467}"/>
              </a:ext>
              <a:ext uri="{C183D7F6-B498-43B3-948B-1728B52AA6E4}">
                <adec:decorative xmlns:adec="http://schemas.microsoft.com/office/drawing/2017/decorative" val="0"/>
              </a:ext>
            </a:extLst>
          </p:cNvPr>
          <p:cNvGrpSpPr/>
          <p:nvPr/>
        </p:nvGrpSpPr>
        <p:grpSpPr>
          <a:xfrm>
            <a:off x="5052935" y="3024396"/>
            <a:ext cx="3761970" cy="3364625"/>
            <a:chOff x="5153430" y="1787037"/>
            <a:chExt cx="3761970" cy="3364625"/>
          </a:xfrm>
        </p:grpSpPr>
        <p:pic>
          <p:nvPicPr>
            <p:cNvPr id="7" name="Picture 4" descr="Flowchart else if - Stack Overflow">
              <a:extLst>
                <a:ext uri="{FF2B5EF4-FFF2-40B4-BE49-F238E27FC236}">
                  <a16:creationId xmlns:a16="http://schemas.microsoft.com/office/drawing/2014/main" id="{3323BFF8-A342-4721-BDDF-C150346056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53430" y="2494923"/>
              <a:ext cx="3761970" cy="2656739"/>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2FF8A27F-56B0-40FF-AF4E-C9340C51B366}"/>
                </a:ext>
              </a:extLst>
            </p:cNvPr>
            <p:cNvSpPr/>
            <p:nvPr/>
          </p:nvSpPr>
          <p:spPr>
            <a:xfrm>
              <a:off x="5768867" y="1787037"/>
              <a:ext cx="2636394" cy="707886"/>
            </a:xfrm>
            <a:prstGeom prst="rect">
              <a:avLst/>
            </a:prstGeom>
          </p:spPr>
          <p:txBody>
            <a:bodyPr wrap="square">
              <a:spAutoFit/>
            </a:bodyPr>
            <a:lstStyle/>
            <a:p>
              <a:pPr marL="0" marR="0">
                <a:spcBef>
                  <a:spcPts val="0"/>
                </a:spcBef>
                <a:spcAft>
                  <a:spcPts val="0"/>
                </a:spcAft>
              </a:pPr>
              <a:r>
                <a:rPr lang="en-US" sz="2000" dirty="0">
                  <a:latin typeface="Calibri" panose="020F0502020204030204" pitchFamily="34" charset="0"/>
                  <a:ea typeface="Calibri" panose="020F0502020204030204" pitchFamily="34" charset="0"/>
                  <a:cs typeface="Times New Roman" panose="02020603050405020304" pitchFamily="18" charset="0"/>
                </a:rPr>
                <a:t>Draw Flow Chart for </a:t>
              </a:r>
            </a:p>
            <a:p>
              <a:pPr marL="0" marR="0">
                <a:spcBef>
                  <a:spcPts val="0"/>
                </a:spcBef>
                <a:spcAft>
                  <a:spcPts val="0"/>
                </a:spcAft>
              </a:pPr>
              <a:r>
                <a:rPr lang="en-US" sz="2000" dirty="0">
                  <a:latin typeface="Calibri" panose="020F0502020204030204" pitchFamily="34" charset="0"/>
                  <a:ea typeface="Calibri" panose="020F0502020204030204" pitchFamily="34" charset="0"/>
                  <a:cs typeface="Times New Roman" panose="02020603050405020304" pitchFamily="18" charset="0"/>
                </a:rPr>
                <a:t>if-else Scenarios</a:t>
              </a:r>
            </a:p>
          </p:txBody>
        </p:sp>
      </p:grpSp>
      <p:pic>
        <p:nvPicPr>
          <p:cNvPr id="4" name="Picture 3" descr="Informative graphic on Terms: Flow Chart showing: A Flow Chart is a diagram of a set of processes (See next slide re process)&#10;Depicts a flow of events to solve a problem, describe a problem, etc. &#10;Has sequences and combinations of sequences&#10;Uses commonly recognized symbols (Fig 1-1-2) when drawing a flow chart&#10;Use a diamond for decision making with True or False outcome&#10;Human use logic (yes, no), the so-called Boolean Logic (not, and, or) to determine Truth or False of an expression (situation)&#10;Stepwise Refinement (work breakdown) is a decomposition of a solution space into pieces of sub-solutions and sub-processes.; Pp. 6-7&#10;Fig.  1-1-2, 1-1-4; Terms: Flow Chart." title="Terms: Flow Chart Graphic">
            <a:extLst>
              <a:ext uri="{FF2B5EF4-FFF2-40B4-BE49-F238E27FC236}">
                <a16:creationId xmlns:a16="http://schemas.microsoft.com/office/drawing/2014/main" id="{442A4634-1C84-3C3F-E5DE-71FE2707A5E3}"/>
              </a:ext>
              <a:ext uri="{C183D7F6-B498-43B3-948B-1728B52AA6E4}">
                <adec:decorative xmlns:adec="http://schemas.microsoft.com/office/drawing/2017/decorative" val="0"/>
              </a:ext>
            </a:extLst>
          </p:cNvPr>
          <p:cNvPicPr>
            <a:picLocks noChangeAspect="1"/>
          </p:cNvPicPr>
          <p:nvPr/>
        </p:nvPicPr>
        <p:blipFill>
          <a:blip r:embed="rId4"/>
          <a:stretch>
            <a:fillRect/>
          </a:stretch>
        </p:blipFill>
        <p:spPr>
          <a:xfrm>
            <a:off x="5877787" y="1033671"/>
            <a:ext cx="1389787" cy="1896480"/>
          </a:xfrm>
          <a:prstGeom prst="rect">
            <a:avLst/>
          </a:prstGeom>
        </p:spPr>
      </p:pic>
    </p:spTree>
    <p:extLst>
      <p:ext uri="{BB962C8B-B14F-4D97-AF65-F5344CB8AC3E}">
        <p14:creationId xmlns:p14="http://schemas.microsoft.com/office/powerpoint/2010/main" val="1836992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2" name="Title 1">
            <a:extLst>
              <a:ext uri="{FF2B5EF4-FFF2-40B4-BE49-F238E27FC236}">
                <a16:creationId xmlns:a16="http://schemas.microsoft.com/office/drawing/2014/main" id="{CCE59AFD-5008-C553-8C2C-93CDD044EBD2}"/>
              </a:ext>
            </a:extLst>
          </p:cNvPr>
          <p:cNvSpPr>
            <a:spLocks noGrp="1"/>
          </p:cNvSpPr>
          <p:nvPr>
            <p:ph type="title"/>
          </p:nvPr>
        </p:nvSpPr>
        <p:spPr>
          <a:xfrm>
            <a:off x="1295400" y="304800"/>
            <a:ext cx="6553200" cy="641350"/>
          </a:xfrm>
        </p:spPr>
        <p:txBody>
          <a:bodyPr/>
          <a:lstStyle/>
          <a:p>
            <a:r>
              <a:rPr lang="en-US" sz="3600" b="1" dirty="0">
                <a:solidFill>
                  <a:srgbClr val="000000"/>
                </a:solidFill>
                <a:latin typeface="Arial" panose="020B0604020202020204" pitchFamily="34" charset="0"/>
              </a:rPr>
              <a:t>Terms: Process</a:t>
            </a:r>
          </a:p>
        </p:txBody>
      </p:sp>
      <p:sp>
        <p:nvSpPr>
          <p:cNvPr id="5" name="Google Shape;151;p23">
            <a:extLst>
              <a:ext uri="{FF2B5EF4-FFF2-40B4-BE49-F238E27FC236}">
                <a16:creationId xmlns:a16="http://schemas.microsoft.com/office/drawing/2014/main" id="{38F2C286-1682-4580-A968-2C9DAE4D815C}"/>
              </a:ext>
            </a:extLst>
          </p:cNvPr>
          <p:cNvSpPr/>
          <p:nvPr/>
        </p:nvSpPr>
        <p:spPr>
          <a:xfrm>
            <a:off x="7467600" y="0"/>
            <a:ext cx="1447800" cy="914400"/>
          </a:xfrm>
          <a:prstGeom prst="ellipse">
            <a:avLst/>
          </a:prstGeom>
          <a:solidFill>
            <a:schemeClr val="accen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Font typeface="Arial"/>
              <a:buNone/>
            </a:pPr>
            <a:r>
              <a:rPr lang="en-US" sz="1200" dirty="0">
                <a:solidFill>
                  <a:schemeClr val="dk1"/>
                </a:solidFill>
              </a:rPr>
              <a:t>Pp. 6-7</a:t>
            </a:r>
          </a:p>
          <a:p>
            <a:pPr marL="0" marR="0" lvl="0" indent="0" algn="ctr" rtl="0">
              <a:lnSpc>
                <a:spcPct val="100000"/>
              </a:lnSpc>
              <a:spcBef>
                <a:spcPts val="0"/>
              </a:spcBef>
              <a:spcAft>
                <a:spcPts val="0"/>
              </a:spcAft>
              <a:buClr>
                <a:schemeClr val="dk1"/>
              </a:buClr>
              <a:buFont typeface="Arial"/>
              <a:buNone/>
            </a:pPr>
            <a:r>
              <a:rPr lang="en-US" sz="1200" dirty="0">
                <a:solidFill>
                  <a:schemeClr val="dk1"/>
                </a:solidFill>
              </a:rPr>
              <a:t>Fig.  1-1-2</a:t>
            </a:r>
            <a:endParaRPr lang="en-US" sz="1200" dirty="0"/>
          </a:p>
        </p:txBody>
      </p:sp>
      <p:grpSp>
        <p:nvGrpSpPr>
          <p:cNvPr id="18" name="Group 17" descr="Grouped diagram illustrating Terms: Process with multiple visual components." title="Terms: Process Diagram">
            <a:extLst>
              <a:ext uri="{FF2B5EF4-FFF2-40B4-BE49-F238E27FC236}">
                <a16:creationId xmlns:a16="http://schemas.microsoft.com/office/drawing/2014/main" id="{E1CDB217-E4A3-46BB-A80D-E73BEB3F49E8}"/>
              </a:ext>
              <a:ext uri="{C183D7F6-B498-43B3-948B-1728B52AA6E4}">
                <adec:decorative xmlns:adec="http://schemas.microsoft.com/office/drawing/2017/decorative" val="0"/>
              </a:ext>
            </a:extLst>
          </p:cNvPr>
          <p:cNvGrpSpPr/>
          <p:nvPr/>
        </p:nvGrpSpPr>
        <p:grpSpPr>
          <a:xfrm>
            <a:off x="732536" y="2249250"/>
            <a:ext cx="7678928" cy="2838122"/>
            <a:chOff x="733409" y="2909650"/>
            <a:chExt cx="7678928" cy="2838122"/>
          </a:xfrm>
        </p:grpSpPr>
        <p:sp>
          <p:nvSpPr>
            <p:cNvPr id="19" name="Rectangle 18">
              <a:extLst>
                <a:ext uri="{FF2B5EF4-FFF2-40B4-BE49-F238E27FC236}">
                  <a16:creationId xmlns:a16="http://schemas.microsoft.com/office/drawing/2014/main" id="{3EFBCE90-C686-4E4F-9AF4-4D6FF2761D3B}"/>
                </a:ext>
                <a:ext uri="{C183D7F6-B498-43B3-948B-1728B52AA6E4}">
                  <adec:decorative xmlns:adec="http://schemas.microsoft.com/office/drawing/2017/decorative" val="1"/>
                </a:ext>
              </a:extLst>
            </p:cNvPr>
            <p:cNvSpPr/>
            <p:nvPr/>
          </p:nvSpPr>
          <p:spPr bwMode="auto">
            <a:xfrm>
              <a:off x="3048000" y="2909650"/>
              <a:ext cx="2286000" cy="1299865"/>
            </a:xfrm>
            <a:prstGeom prst="rect">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800" b="0" i="0" u="none" strike="noStrike" cap="none" normalizeH="0" baseline="0" dirty="0">
                <a:ln>
                  <a:noFill/>
                </a:ln>
                <a:solidFill>
                  <a:schemeClr val="tx1"/>
                </a:solidFill>
                <a:effectLst/>
                <a:latin typeface="Tahoma" pitchFamily="34" charset="0"/>
              </a:endParaRPr>
            </a:p>
            <a:p>
              <a:pPr marL="0" marR="0" indent="0" algn="l" defTabSz="914400" rtl="0" eaLnBrk="1" fontAlgn="base" latinLnBrk="0" hangingPunct="1">
                <a:lnSpc>
                  <a:spcPct val="100000"/>
                </a:lnSpc>
                <a:spcBef>
                  <a:spcPct val="0"/>
                </a:spcBef>
                <a:spcAft>
                  <a:spcPct val="0"/>
                </a:spcAft>
                <a:buClrTx/>
                <a:buSzTx/>
                <a:buFontTx/>
                <a:buNone/>
                <a:tabLst/>
              </a:pPr>
              <a:r>
                <a:rPr lang="en-US" sz="2800" dirty="0"/>
                <a:t>          ?</a:t>
              </a:r>
              <a:endParaRPr kumimoji="0" lang="en-US" sz="2800" b="0" i="0" u="none" strike="noStrike" cap="none" normalizeH="0" baseline="0" dirty="0">
                <a:ln>
                  <a:noFill/>
                </a:ln>
                <a:solidFill>
                  <a:schemeClr val="tx1"/>
                </a:solidFill>
                <a:effectLst/>
                <a:latin typeface="Tahoma" pitchFamily="34" charset="0"/>
              </a:endParaRPr>
            </a:p>
          </p:txBody>
        </p:sp>
        <p:sp>
          <p:nvSpPr>
            <p:cNvPr id="20" name="TextBox 19">
              <a:extLst>
                <a:ext uri="{FF2B5EF4-FFF2-40B4-BE49-F238E27FC236}">
                  <a16:creationId xmlns:a16="http://schemas.microsoft.com/office/drawing/2014/main" id="{21EBAAFF-C340-4456-ABC0-F5E965FEAAF2}"/>
                </a:ext>
              </a:extLst>
            </p:cNvPr>
            <p:cNvSpPr txBox="1"/>
            <p:nvPr/>
          </p:nvSpPr>
          <p:spPr>
            <a:xfrm>
              <a:off x="1392380" y="3400841"/>
              <a:ext cx="1614545" cy="523220"/>
            </a:xfrm>
            <a:prstGeom prst="rect">
              <a:avLst/>
            </a:prstGeom>
            <a:noFill/>
          </p:spPr>
          <p:txBody>
            <a:bodyPr wrap="none" rtlCol="0">
              <a:spAutoFit/>
            </a:bodyPr>
            <a:lstStyle/>
            <a:p>
              <a:r>
                <a:rPr lang="en-US" sz="2800" dirty="0"/>
                <a:t>Inputs </a:t>
              </a:r>
              <a:r>
                <a:rPr lang="en-US" sz="2800" dirty="0">
                  <a:sym typeface="Wingdings" panose="05000000000000000000" pitchFamily="2" charset="2"/>
                </a:rPr>
                <a:t></a:t>
              </a:r>
              <a:endParaRPr lang="en-US" sz="2800" dirty="0"/>
            </a:p>
          </p:txBody>
        </p:sp>
        <p:sp>
          <p:nvSpPr>
            <p:cNvPr id="21" name="TextBox 20">
              <a:extLst>
                <a:ext uri="{FF2B5EF4-FFF2-40B4-BE49-F238E27FC236}">
                  <a16:creationId xmlns:a16="http://schemas.microsoft.com/office/drawing/2014/main" id="{FE31CBBE-B286-4C79-B770-847D17244D61}"/>
                </a:ext>
              </a:extLst>
            </p:cNvPr>
            <p:cNvSpPr txBox="1"/>
            <p:nvPr/>
          </p:nvSpPr>
          <p:spPr>
            <a:xfrm>
              <a:off x="5515871" y="3328751"/>
              <a:ext cx="1893467" cy="523220"/>
            </a:xfrm>
            <a:prstGeom prst="rect">
              <a:avLst/>
            </a:prstGeom>
            <a:noFill/>
          </p:spPr>
          <p:txBody>
            <a:bodyPr wrap="none" rtlCol="0">
              <a:spAutoFit/>
            </a:bodyPr>
            <a:lstStyle/>
            <a:p>
              <a:r>
                <a:rPr lang="en-US" sz="2800" dirty="0">
                  <a:sym typeface="Wingdings" panose="05000000000000000000" pitchFamily="2" charset="2"/>
                </a:rPr>
                <a:t> Outputs</a:t>
              </a:r>
              <a:endParaRPr lang="en-US" sz="2800" dirty="0"/>
            </a:p>
          </p:txBody>
        </p:sp>
        <p:sp>
          <p:nvSpPr>
            <p:cNvPr id="22" name="Rectangle 21">
              <a:extLst>
                <a:ext uri="{FF2B5EF4-FFF2-40B4-BE49-F238E27FC236}">
                  <a16:creationId xmlns:a16="http://schemas.microsoft.com/office/drawing/2014/main" id="{5A0B1619-1E36-4919-B37F-D9A330103A87}"/>
                </a:ext>
              </a:extLst>
            </p:cNvPr>
            <p:cNvSpPr/>
            <p:nvPr/>
          </p:nvSpPr>
          <p:spPr>
            <a:xfrm>
              <a:off x="733409" y="4793665"/>
              <a:ext cx="7678928" cy="954107"/>
            </a:xfrm>
            <a:prstGeom prst="rect">
              <a:avLst/>
            </a:prstGeom>
          </p:spPr>
          <p:txBody>
            <a:bodyPr wrap="square">
              <a:spAutoFit/>
            </a:bodyPr>
            <a:lstStyle/>
            <a:p>
              <a:pPr lvl="1"/>
              <a:r>
                <a:rPr lang="en-US" sz="2800" dirty="0"/>
                <a:t>Simply stated, a “process” is a box with inputs and outputs.</a:t>
              </a:r>
              <a:endParaRPr lang="en-US" sz="2800" u="sng" dirty="0"/>
            </a:p>
          </p:txBody>
        </p:sp>
      </p:grpSp>
    </p:spTree>
    <p:extLst>
      <p:ext uri="{BB962C8B-B14F-4D97-AF65-F5344CB8AC3E}">
        <p14:creationId xmlns:p14="http://schemas.microsoft.com/office/powerpoint/2010/main" val="259605851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2" name="Title 1">
            <a:extLst>
              <a:ext uri="{FF2B5EF4-FFF2-40B4-BE49-F238E27FC236}">
                <a16:creationId xmlns:a16="http://schemas.microsoft.com/office/drawing/2014/main" id="{4ADCEF39-640E-F3BD-0BAF-E7A293637EBE}"/>
              </a:ext>
            </a:extLst>
          </p:cNvPr>
          <p:cNvSpPr>
            <a:spLocks noGrp="1"/>
          </p:cNvSpPr>
          <p:nvPr>
            <p:ph type="title"/>
          </p:nvPr>
        </p:nvSpPr>
        <p:spPr>
          <a:xfrm>
            <a:off x="127000" y="-1270000"/>
            <a:ext cx="8890000" cy="508000"/>
          </a:xfrm>
        </p:spPr>
        <p:txBody>
          <a:bodyPr/>
          <a:lstStyle/>
          <a:p>
            <a:r>
              <a:rPr lang="en-US" dirty="0"/>
              <a:t>If New to Your PC…</a:t>
            </a:r>
          </a:p>
        </p:txBody>
      </p:sp>
      <p:sp>
        <p:nvSpPr>
          <p:cNvPr id="170" name="Google Shape;170;p26"/>
          <p:cNvSpPr txBox="1">
            <a:spLocks noGrp="1"/>
          </p:cNvSpPr>
          <p:nvPr>
            <p:ph type="body" idx="1"/>
          </p:nvPr>
        </p:nvSpPr>
        <p:spPr>
          <a:xfrm>
            <a:off x="647700" y="3184358"/>
            <a:ext cx="7848600" cy="942474"/>
          </a:xfrm>
          <a:prstGeom prst="rect">
            <a:avLst/>
          </a:prstGeom>
          <a:noFill/>
          <a:ln>
            <a:noFill/>
          </a:ln>
        </p:spPr>
        <p:txBody>
          <a:bodyPr spcFirstLastPara="1" wrap="square" lIns="91425" tIns="45700" rIns="91425" bIns="45700" anchor="t" anchorCtr="0">
            <a:noAutofit/>
          </a:bodyPr>
          <a:lstStyle/>
          <a:p>
            <a:pPr marL="0" indent="0" algn="ctr">
              <a:spcBef>
                <a:spcPts val="0"/>
              </a:spcBef>
              <a:buSzPts val="2400"/>
              <a:buNone/>
            </a:pPr>
            <a:r>
              <a:rPr lang="en-US" b="1" dirty="0"/>
              <a:t>If New to Your PC…</a:t>
            </a:r>
            <a:endParaRPr lang="en-US" dirty="0"/>
          </a:p>
          <a:p>
            <a:pPr indent="-457200">
              <a:spcBef>
                <a:spcPts val="0"/>
              </a:spcBef>
              <a:buSzPts val="2400"/>
            </a:pPr>
            <a:endParaRPr lang="en-US" dirty="0"/>
          </a:p>
          <a:p>
            <a:pPr marL="342900" marR="0" lvl="0" indent="-342900" algn="l" rtl="0">
              <a:lnSpc>
                <a:spcPct val="100000"/>
              </a:lnSpc>
              <a:spcBef>
                <a:spcPts val="0"/>
              </a:spcBef>
              <a:spcAft>
                <a:spcPts val="0"/>
              </a:spcAft>
              <a:buClr>
                <a:schemeClr val="dk1"/>
              </a:buClr>
              <a:buSzPts val="2400"/>
              <a:buFont typeface="Arial"/>
              <a:buChar char="•"/>
            </a:pPr>
            <a:endParaRPr lang="en-US" dirty="0"/>
          </a:p>
        </p:txBody>
      </p:sp>
    </p:spTree>
    <p:extLst>
      <p:ext uri="{BB962C8B-B14F-4D97-AF65-F5344CB8AC3E}">
        <p14:creationId xmlns:p14="http://schemas.microsoft.com/office/powerpoint/2010/main" val="90467057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2B6DE-CBD3-EE52-9221-D1996272E835}"/>
              </a:ext>
            </a:extLst>
          </p:cNvPr>
          <p:cNvSpPr>
            <a:spLocks noGrp="1"/>
          </p:cNvSpPr>
          <p:nvPr>
            <p:ph type="title"/>
          </p:nvPr>
        </p:nvSpPr>
        <p:spPr>
          <a:xfrm>
            <a:off x="1372607" y="262144"/>
            <a:ext cx="7284377" cy="641350"/>
          </a:xfrm>
        </p:spPr>
        <p:txBody>
          <a:bodyPr/>
          <a:lstStyle/>
          <a:p>
            <a:r>
              <a:rPr lang="en-US" sz="3600" b="1" dirty="0">
                <a:solidFill>
                  <a:srgbClr val="000000"/>
                </a:solidFill>
                <a:latin typeface="Arial" panose="020B0604020202020204" pitchFamily="34" charset="0"/>
              </a:rPr>
              <a:t>How to Pin and Unpin a Folder</a:t>
            </a:r>
          </a:p>
        </p:txBody>
      </p:sp>
      <p:sp>
        <p:nvSpPr>
          <p:cNvPr id="3" name="Text Placeholder 2">
            <a:extLst>
              <a:ext uri="{FF2B5EF4-FFF2-40B4-BE49-F238E27FC236}">
                <a16:creationId xmlns:a16="http://schemas.microsoft.com/office/drawing/2014/main" id="{ABDDE6BE-FE7D-50E8-0DCB-5C10F84E1C64}"/>
              </a:ext>
            </a:extLst>
          </p:cNvPr>
          <p:cNvSpPr>
            <a:spLocks noGrp="1"/>
          </p:cNvSpPr>
          <p:nvPr>
            <p:ph type="body" idx="1"/>
          </p:nvPr>
        </p:nvSpPr>
        <p:spPr>
          <a:xfrm>
            <a:off x="129208" y="936625"/>
            <a:ext cx="5218044" cy="5397500"/>
          </a:xfrm>
        </p:spPr>
        <p:txBody>
          <a:bodyPr/>
          <a:lstStyle/>
          <a:p>
            <a:r>
              <a:rPr lang="en-US" sz="2000" dirty="0"/>
              <a:t>Pinning a folder under </a:t>
            </a:r>
            <a:r>
              <a:rPr lang="en-US" sz="2000" b="1" i="1" dirty="0"/>
              <a:t>Quick access</a:t>
            </a:r>
            <a:r>
              <a:rPr lang="en-US" sz="2000" dirty="0"/>
              <a:t> heading gives you, well, a quick access</a:t>
            </a:r>
          </a:p>
          <a:p>
            <a:pPr marL="25400" indent="0">
              <a:buNone/>
            </a:pPr>
            <a:endParaRPr lang="en-US" sz="2000" dirty="0"/>
          </a:p>
          <a:p>
            <a:endParaRPr lang="en-US" sz="2000" dirty="0"/>
          </a:p>
          <a:p>
            <a:pPr marL="25400" indent="0">
              <a:buNone/>
            </a:pPr>
            <a:endParaRPr lang="en-US" sz="2000" dirty="0"/>
          </a:p>
          <a:p>
            <a:r>
              <a:rPr lang="en-US" sz="2000" dirty="0"/>
              <a:t>In the example on upper right, if you want to pin the folder named MAT, right click on the folder to get a menu item list, then click </a:t>
            </a:r>
            <a:r>
              <a:rPr lang="en-US" sz="2000" b="1" i="1" dirty="0"/>
              <a:t>Pin to Quick access </a:t>
            </a:r>
            <a:r>
              <a:rPr lang="en-US" sz="2000" dirty="0"/>
              <a:t>option.</a:t>
            </a:r>
          </a:p>
          <a:p>
            <a:endParaRPr lang="en-US" sz="2000" dirty="0"/>
          </a:p>
          <a:p>
            <a:r>
              <a:rPr lang="en-US" sz="2000" dirty="0"/>
              <a:t>To unpin, right click on the target folder under </a:t>
            </a:r>
            <a:r>
              <a:rPr lang="en-US" sz="2000" b="1" i="1" dirty="0"/>
              <a:t>Quick access </a:t>
            </a:r>
            <a:r>
              <a:rPr lang="en-US" sz="2000" dirty="0"/>
              <a:t>to get the menu item list. Then click on </a:t>
            </a:r>
            <a:r>
              <a:rPr lang="en-US" sz="2000" b="1" i="1" dirty="0"/>
              <a:t>Unpin from Quick access </a:t>
            </a:r>
            <a:r>
              <a:rPr lang="en-US" sz="2000" dirty="0"/>
              <a:t>option.</a:t>
            </a:r>
          </a:p>
        </p:txBody>
      </p:sp>
      <p:pic>
        <p:nvPicPr>
          <p:cNvPr id="14" name="Picture 13" descr="Informative graphic on How to Pin and Unpin a Folder showing: Pinning a folder under Quick access heading gives you, well, a quick access&#10;&#10;&#10;&#10;In the example on upper right, if you want to pin the folder named MAT, right click on the folder to get a menu item list, then click Pin to Quick access option.&#10;&#10;To unpin, right click on the target folder under Quick access to get the menu item list. Then click on Unpin from Quick access option.; How to Pin and Unpin a Folder." title="How to Pin and Unpin a Folder Graphic">
            <a:extLst>
              <a:ext uri="{FF2B5EF4-FFF2-40B4-BE49-F238E27FC236}">
                <a16:creationId xmlns:a16="http://schemas.microsoft.com/office/drawing/2014/main" id="{872D49D9-CECD-2DD0-96BE-55C41B1E0698}"/>
              </a:ext>
              <a:ext uri="{C183D7F6-B498-43B3-948B-1728B52AA6E4}">
                <adec:decorative xmlns:adec="http://schemas.microsoft.com/office/drawing/2017/decorative" val="0"/>
              </a:ext>
            </a:extLst>
          </p:cNvPr>
          <p:cNvPicPr>
            <a:picLocks noChangeAspect="1"/>
          </p:cNvPicPr>
          <p:nvPr/>
        </p:nvPicPr>
        <p:blipFill>
          <a:blip r:embed="rId2"/>
          <a:stretch>
            <a:fillRect/>
          </a:stretch>
        </p:blipFill>
        <p:spPr>
          <a:xfrm>
            <a:off x="5917410" y="3429000"/>
            <a:ext cx="2590800" cy="942975"/>
          </a:xfrm>
          <a:prstGeom prst="rect">
            <a:avLst/>
          </a:prstGeom>
        </p:spPr>
      </p:pic>
      <p:pic>
        <p:nvPicPr>
          <p:cNvPr id="22" name="Picture 21" descr="Informative graphic on How to Pin and Unpin a Folder showing: Pinning a folder under Quick access heading gives you, well, a quick access&#10;&#10;&#10;&#10;In the example on upper right, if you want to pin the folder named MAT, right click on the folder to get a menu item list, then click Pin to Quick access option.&#10;&#10;To unpin, right click on the target folder under Quick access to get the menu item list. Then click on Unpin from Quick access option.; How to Pin and Unpin a Folder." title="How to Pin and Unpin a Folder Graphic">
            <a:extLst>
              <a:ext uri="{FF2B5EF4-FFF2-40B4-BE49-F238E27FC236}">
                <a16:creationId xmlns:a16="http://schemas.microsoft.com/office/drawing/2014/main" id="{21F10467-FD82-2961-3B66-C21BDB431968}"/>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5989983" y="4731876"/>
            <a:ext cx="2667000" cy="1752600"/>
          </a:xfrm>
          <a:prstGeom prst="rect">
            <a:avLst/>
          </a:prstGeom>
        </p:spPr>
      </p:pic>
      <p:pic>
        <p:nvPicPr>
          <p:cNvPr id="24" name="Picture 23" descr="Informative graphic on How to Pin and Unpin a Folder showing: Pinning a folder under Quick access heading gives you, well, a quick access&#10;&#10;&#10;&#10;In the example on upper right, if you want to pin the folder named MAT, right click on the folder to get a menu item list, then click Pin to Quick access option.&#10;&#10;To unpin, right click on the target folder under Quick access to get the menu item list. Then click on Unpin from Quick access option.; How to Pin and Unpin a Folder." title="How to Pin and Unpin a Folder Graphic">
            <a:extLst>
              <a:ext uri="{FF2B5EF4-FFF2-40B4-BE49-F238E27FC236}">
                <a16:creationId xmlns:a16="http://schemas.microsoft.com/office/drawing/2014/main" id="{7E7FEEE3-A096-693C-E70C-A548F3D0364A}"/>
              </a:ext>
              <a:ext uri="{C183D7F6-B498-43B3-948B-1728B52AA6E4}">
                <adec:decorative xmlns:adec="http://schemas.microsoft.com/office/drawing/2017/decorative" val="0"/>
              </a:ext>
            </a:extLst>
          </p:cNvPr>
          <p:cNvPicPr>
            <a:picLocks noChangeAspect="1"/>
          </p:cNvPicPr>
          <p:nvPr/>
        </p:nvPicPr>
        <p:blipFill>
          <a:blip r:embed="rId4"/>
          <a:stretch>
            <a:fillRect/>
          </a:stretch>
        </p:blipFill>
        <p:spPr>
          <a:xfrm>
            <a:off x="5267325" y="1263395"/>
            <a:ext cx="3583785" cy="1708085"/>
          </a:xfrm>
          <a:prstGeom prst="rect">
            <a:avLst/>
          </a:prstGeom>
        </p:spPr>
      </p:pic>
      <p:cxnSp>
        <p:nvCxnSpPr>
          <p:cNvPr id="5" name="Straight Arrow Connector 4">
            <a:extLst>
              <a:ext uri="{FF2B5EF4-FFF2-40B4-BE49-F238E27FC236}">
                <a16:creationId xmlns:a16="http://schemas.microsoft.com/office/drawing/2014/main" id="{3E3D3CAE-1552-0468-DFB1-1E45FA0A4E2D}"/>
              </a:ext>
              <a:ext uri="{C183D7F6-B498-43B3-948B-1728B52AA6E4}">
                <adec:decorative xmlns:adec="http://schemas.microsoft.com/office/drawing/2017/decorative" val="1"/>
              </a:ext>
            </a:extLst>
          </p:cNvPr>
          <p:cNvCxnSpPr/>
          <p:nvPr/>
        </p:nvCxnSpPr>
        <p:spPr>
          <a:xfrm flipV="1">
            <a:off x="4763386" y="3955312"/>
            <a:ext cx="1382233" cy="8506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descr="Informative graphic on How to Pin and Unpin a Folder showing: Pinning a folder under Quick access heading gives you, well, a quick access&#10;&#10;&#10;&#10;In the example on upper right, if you want to pin the folder named MAT, right click on the folder to get a menu item list, then click Pin to Quick access option.&#10;&#10;To unpin, right click on the target folder under Quick access to get the menu item list. Then click on Unpin from Quick access option.; How to Pin and Unpin a Folder." title="How to Pin and Unpin a Folder Graphic">
            <a:extLst>
              <a:ext uri="{FF2B5EF4-FFF2-40B4-BE49-F238E27FC236}">
                <a16:creationId xmlns:a16="http://schemas.microsoft.com/office/drawing/2014/main" id="{77152433-DF40-3AD7-D2F6-C1719932B205}"/>
              </a:ext>
              <a:ext uri="{C183D7F6-B498-43B3-948B-1728B52AA6E4}">
                <adec:decorative xmlns:adec="http://schemas.microsoft.com/office/drawing/2017/decorative" val="0"/>
              </a:ext>
            </a:extLst>
          </p:cNvPr>
          <p:cNvCxnSpPr>
            <a:cxnSpLocks/>
          </p:cNvCxnSpPr>
          <p:nvPr/>
        </p:nvCxnSpPr>
        <p:spPr>
          <a:xfrm>
            <a:off x="4685567" y="5693236"/>
            <a:ext cx="1537869" cy="43913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9464D3B-07CE-552E-1C3B-B4FC22870F28}"/>
              </a:ext>
              <a:ext uri="{C183D7F6-B498-43B3-948B-1728B52AA6E4}">
                <adec:decorative xmlns:adec="http://schemas.microsoft.com/office/drawing/2017/decorative" val="1"/>
              </a:ext>
            </a:extLst>
          </p:cNvPr>
          <p:cNvCxnSpPr>
            <a:cxnSpLocks/>
          </p:cNvCxnSpPr>
          <p:nvPr/>
        </p:nvCxnSpPr>
        <p:spPr>
          <a:xfrm>
            <a:off x="4901609" y="1263395"/>
            <a:ext cx="445643" cy="8948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951610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2" name="Title 1">
            <a:extLst>
              <a:ext uri="{FF2B5EF4-FFF2-40B4-BE49-F238E27FC236}">
                <a16:creationId xmlns:a16="http://schemas.microsoft.com/office/drawing/2014/main" id="{5E4F62EA-E3A6-682C-D625-B98D15A60ED6}"/>
              </a:ext>
            </a:extLst>
          </p:cNvPr>
          <p:cNvSpPr>
            <a:spLocks noGrp="1"/>
          </p:cNvSpPr>
          <p:nvPr>
            <p:ph type="title"/>
          </p:nvPr>
        </p:nvSpPr>
        <p:spPr>
          <a:xfrm>
            <a:off x="688370" y="304800"/>
            <a:ext cx="7284377" cy="641350"/>
          </a:xfrm>
        </p:spPr>
        <p:txBody>
          <a:bodyPr/>
          <a:lstStyle/>
          <a:p>
            <a:r>
              <a:rPr lang="en-US" sz="3600" b="1" dirty="0">
                <a:solidFill>
                  <a:srgbClr val="000000"/>
                </a:solidFill>
                <a:latin typeface="Arial" panose="020B0604020202020204" pitchFamily="34" charset="0"/>
              </a:rPr>
              <a:t>Windows PC File Management</a:t>
            </a:r>
          </a:p>
        </p:txBody>
      </p:sp>
      <p:sp>
        <p:nvSpPr>
          <p:cNvPr id="170" name="Google Shape;170;p26"/>
          <p:cNvSpPr txBox="1">
            <a:spLocks noGrp="1"/>
          </p:cNvSpPr>
          <p:nvPr>
            <p:ph type="body" idx="1"/>
          </p:nvPr>
        </p:nvSpPr>
        <p:spPr>
          <a:xfrm>
            <a:off x="0" y="1123218"/>
            <a:ext cx="7972746" cy="4800600"/>
          </a:xfrm>
          <a:prstGeom prst="rect">
            <a:avLst/>
          </a:prstGeom>
          <a:noFill/>
          <a:ln>
            <a:noFill/>
          </a:ln>
        </p:spPr>
        <p:txBody>
          <a:bodyPr spcFirstLastPara="1" wrap="square" lIns="91425" tIns="45700" rIns="91425" bIns="45700" anchor="t" anchorCtr="0">
            <a:noAutofit/>
          </a:bodyPr>
          <a:lstStyle/>
          <a:p>
            <a:pPr marL="342900" lvl="0" indent="-342900">
              <a:spcBef>
                <a:spcPts val="0"/>
              </a:spcBef>
              <a:buSzPts val="2400"/>
            </a:pPr>
            <a:r>
              <a:rPr lang="en-US" sz="2000" dirty="0"/>
              <a:t>I strongly suggest you use your Window’s Documents folder to create a file structure of parent folder/children folders, etc. The structure can have a mccc folder and each of your class in its own sub-folders.</a:t>
            </a:r>
          </a:p>
          <a:p>
            <a:pPr marL="342900" lvl="0" indent="-342900">
              <a:spcBef>
                <a:spcPts val="0"/>
              </a:spcBef>
              <a:buSzPts val="2400"/>
            </a:pPr>
            <a:r>
              <a:rPr lang="en-US" sz="2000" dirty="0"/>
              <a:t>Below is a sample file structure under This PC&gt;Documents</a:t>
            </a:r>
            <a:br>
              <a:rPr lang="en-US" sz="2000" dirty="0"/>
            </a:br>
            <a:endParaRPr lang="en-US" sz="2000" dirty="0"/>
          </a:p>
        </p:txBody>
      </p:sp>
      <p:pic>
        <p:nvPicPr>
          <p:cNvPr id="3" name="Picture 2" descr="Informative graphic on Windows PC File Management showing: I strongly suggest you use your Window’s Documents folder to create a file structure of parent folder/children folders, etc. The structure can have a mccc folder and each of your class in its own sub-folders.&#10;Below is a sample file structure under This PC&gt;Documents; Windows PC File Management." title="Windows PC File Management Graphic">
            <a:extLst>
              <a:ext uri="{FF2B5EF4-FFF2-40B4-BE49-F238E27FC236}">
                <a16:creationId xmlns:a16="http://schemas.microsoft.com/office/drawing/2014/main" id="{7DEE5C6C-9B1E-AFE0-FB61-F5601699018F}"/>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503434" y="3111056"/>
            <a:ext cx="7972746" cy="2508907"/>
          </a:xfrm>
          <a:prstGeom prst="rect">
            <a:avLst/>
          </a:prstGeom>
        </p:spPr>
      </p:pic>
      <p:cxnSp>
        <p:nvCxnSpPr>
          <p:cNvPr id="4" name="Straight Arrow Connector 3" descr="Informative graphic on Windows PC File Management showing: I strongly suggest you use your Window’s Documents folder to create a file structure of parent folder/children folders, etc. The structure can have a mccc folder and each of your class in its own sub-folders.&#10;Below is a sample file structure under This PC&gt;Documents; Windows PC File Management." title="Windows PC File Management Graphic">
            <a:extLst>
              <a:ext uri="{FF2B5EF4-FFF2-40B4-BE49-F238E27FC236}">
                <a16:creationId xmlns:a16="http://schemas.microsoft.com/office/drawing/2014/main" id="{FD3F2CA0-CD2E-3632-FC69-DA9B313AA9B1}"/>
              </a:ext>
              <a:ext uri="{C183D7F6-B498-43B3-948B-1728B52AA6E4}">
                <adec:decorative xmlns:adec="http://schemas.microsoft.com/office/drawing/2017/decorative" val="0"/>
              </a:ext>
            </a:extLst>
          </p:cNvPr>
          <p:cNvCxnSpPr/>
          <p:nvPr/>
        </p:nvCxnSpPr>
        <p:spPr>
          <a:xfrm flipH="1">
            <a:off x="2679405" y="2690037"/>
            <a:ext cx="3104707" cy="82934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953064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3" name="Title 2">
            <a:extLst>
              <a:ext uri="{FF2B5EF4-FFF2-40B4-BE49-F238E27FC236}">
                <a16:creationId xmlns:a16="http://schemas.microsoft.com/office/drawing/2014/main" id="{3F56FD35-A8A6-709F-3E01-3BC70E3B2711}"/>
              </a:ext>
            </a:extLst>
          </p:cNvPr>
          <p:cNvSpPr>
            <a:spLocks noGrp="1"/>
          </p:cNvSpPr>
          <p:nvPr>
            <p:ph type="title"/>
          </p:nvPr>
        </p:nvSpPr>
        <p:spPr>
          <a:xfrm>
            <a:off x="318571" y="135800"/>
            <a:ext cx="8212975" cy="641350"/>
          </a:xfrm>
        </p:spPr>
        <p:txBody>
          <a:bodyPr/>
          <a:lstStyle/>
          <a:p>
            <a:r>
              <a:rPr lang="en-US" sz="3200" b="1" dirty="0">
                <a:solidFill>
                  <a:srgbClr val="000000"/>
                </a:solidFill>
                <a:latin typeface="Arial" panose="020B0604020202020204" pitchFamily="34" charset="0"/>
              </a:rPr>
              <a:t>Windows: File Name Extension </a:t>
            </a:r>
          </a:p>
        </p:txBody>
      </p:sp>
      <p:sp>
        <p:nvSpPr>
          <p:cNvPr id="170" name="Google Shape;170;p26"/>
          <p:cNvSpPr txBox="1">
            <a:spLocks noGrp="1"/>
          </p:cNvSpPr>
          <p:nvPr>
            <p:ph type="body" idx="1"/>
          </p:nvPr>
        </p:nvSpPr>
        <p:spPr>
          <a:xfrm>
            <a:off x="0" y="1123217"/>
            <a:ext cx="5013789" cy="3012131"/>
          </a:xfrm>
          <a:prstGeom prst="rect">
            <a:avLst/>
          </a:prstGeom>
          <a:noFill/>
          <a:ln>
            <a:noFill/>
          </a:ln>
        </p:spPr>
        <p:txBody>
          <a:bodyPr spcFirstLastPara="1" wrap="square" lIns="91425" tIns="45700" rIns="91425" bIns="45700" anchor="t" anchorCtr="0">
            <a:noAutofit/>
          </a:bodyPr>
          <a:lstStyle/>
          <a:p>
            <a:pPr marL="342900" lvl="0" indent="-342900">
              <a:spcBef>
                <a:spcPts val="0"/>
              </a:spcBef>
              <a:buSzPts val="2400"/>
            </a:pPr>
            <a:r>
              <a:rPr lang="en-US" sz="2000" dirty="0"/>
              <a:t>Then click “view” (4</a:t>
            </a:r>
            <a:r>
              <a:rPr lang="en-US" sz="2000" baseline="30000" dirty="0"/>
              <a:t>th</a:t>
            </a:r>
            <a:r>
              <a:rPr lang="en-US" sz="2000" dirty="0"/>
              <a:t> option on upper left).</a:t>
            </a:r>
          </a:p>
          <a:p>
            <a:pPr marL="342900" lvl="0" indent="-342900">
              <a:spcBef>
                <a:spcPts val="0"/>
              </a:spcBef>
              <a:buSzPts val="2400"/>
            </a:pPr>
            <a:endParaRPr lang="en-US" sz="2000" dirty="0"/>
          </a:p>
          <a:p>
            <a:pPr marL="342900" lvl="0" indent="-342900">
              <a:spcBef>
                <a:spcPts val="0"/>
              </a:spcBef>
              <a:buSzPts val="2400"/>
            </a:pPr>
            <a:endParaRPr lang="en-US" sz="2000" dirty="0"/>
          </a:p>
          <a:p>
            <a:pPr marL="342900" lvl="0" indent="-342900">
              <a:spcBef>
                <a:spcPts val="0"/>
              </a:spcBef>
              <a:buSzPts val="2400"/>
            </a:pPr>
            <a:endParaRPr lang="en-US" sz="2000" dirty="0"/>
          </a:p>
          <a:p>
            <a:pPr marL="342900" lvl="0" indent="-342900">
              <a:spcBef>
                <a:spcPts val="0"/>
              </a:spcBef>
              <a:buSzPts val="2400"/>
            </a:pPr>
            <a:endParaRPr lang="en-US" sz="2000" dirty="0"/>
          </a:p>
          <a:p>
            <a:pPr marL="342900" lvl="0" indent="-342900">
              <a:spcBef>
                <a:spcPts val="0"/>
              </a:spcBef>
              <a:buSzPts val="2400"/>
            </a:pPr>
            <a:r>
              <a:rPr lang="en-US" sz="2000" dirty="0"/>
              <a:t>Click “Details”</a:t>
            </a:r>
          </a:p>
          <a:p>
            <a:pPr marL="342900" lvl="0" indent="-342900">
              <a:spcBef>
                <a:spcPts val="0"/>
              </a:spcBef>
              <a:buSzPts val="2400"/>
            </a:pPr>
            <a:r>
              <a:rPr lang="en-US" sz="2000" dirty="0"/>
              <a:t>Click  “File name extensions” so you can see the last 3 characters that show the file type.</a:t>
            </a:r>
          </a:p>
          <a:p>
            <a:pPr marL="0" lvl="0" indent="0">
              <a:spcBef>
                <a:spcPts val="0"/>
              </a:spcBef>
              <a:buSzPts val="2400"/>
              <a:buNone/>
            </a:pPr>
            <a:br>
              <a:rPr lang="en-US" sz="2000" dirty="0"/>
            </a:br>
            <a:endParaRPr lang="en-US" sz="2000" dirty="0"/>
          </a:p>
        </p:txBody>
      </p:sp>
      <p:pic>
        <p:nvPicPr>
          <p:cNvPr id="4" name="Picture 3" descr="Informative graphic on Windows: File Name Extension showing: Then click “view” (4th option on upper left).&#10;&#10;&#10;&#10;&#10;Click “Details”&#10;Click  “File name extensions” so you can see the last 3 characters that show the file type.; Windows: File Name Extension." title="Windows: File Name Extension Graphic">
            <a:extLst>
              <a:ext uri="{FF2B5EF4-FFF2-40B4-BE49-F238E27FC236}">
                <a16:creationId xmlns:a16="http://schemas.microsoft.com/office/drawing/2014/main" id="{44F992C9-9398-F586-2AC1-835B5FE670F1}"/>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5650787" y="2175398"/>
            <a:ext cx="2763749" cy="1750374"/>
          </a:xfrm>
          <a:prstGeom prst="rect">
            <a:avLst/>
          </a:prstGeom>
        </p:spPr>
      </p:pic>
      <p:pic>
        <p:nvPicPr>
          <p:cNvPr id="5" name="Picture 4" descr="Informative graphic on Windows: File Name Extension showing: Then click “view” (4th option on upper left).&#10;&#10;&#10;&#10;&#10;Click “Details”&#10;Click  “File name extensions” so you can see the last 3 characters that show the file type.; Windows: File Name Extension." title="Windows: File Name Extension Graphic">
            <a:extLst>
              <a:ext uri="{FF2B5EF4-FFF2-40B4-BE49-F238E27FC236}">
                <a16:creationId xmlns:a16="http://schemas.microsoft.com/office/drawing/2014/main" id="{61A6E075-EEDB-A64C-6D37-9B24542D3B9F}"/>
              </a:ext>
              <a:ext uri="{C183D7F6-B498-43B3-948B-1728B52AA6E4}">
                <adec:decorative xmlns:adec="http://schemas.microsoft.com/office/drawing/2017/decorative" val="0"/>
              </a:ext>
            </a:extLst>
          </p:cNvPr>
          <p:cNvPicPr>
            <a:picLocks noChangeAspect="1"/>
          </p:cNvPicPr>
          <p:nvPr/>
        </p:nvPicPr>
        <p:blipFill>
          <a:blip r:embed="rId4"/>
          <a:stretch>
            <a:fillRect/>
          </a:stretch>
        </p:blipFill>
        <p:spPr>
          <a:xfrm>
            <a:off x="318570" y="4883716"/>
            <a:ext cx="8363021" cy="1280408"/>
          </a:xfrm>
          <a:prstGeom prst="rect">
            <a:avLst/>
          </a:prstGeom>
        </p:spPr>
      </p:pic>
      <p:cxnSp>
        <p:nvCxnSpPr>
          <p:cNvPr id="7" name="Straight Arrow Connector 6" descr="Informative graphic on Windows: File Name Extension showing: Then click “view” (4th option on upper left).&#10;&#10;&#10;&#10;&#10;Click “Details”&#10;Click  “File name extensions” so you can see the last 3 characters that show the file type.; Windows: File Name Extension." title="Windows: File Name Extension Graphic">
            <a:extLst>
              <a:ext uri="{FF2B5EF4-FFF2-40B4-BE49-F238E27FC236}">
                <a16:creationId xmlns:a16="http://schemas.microsoft.com/office/drawing/2014/main" id="{879F227F-C19C-30E7-82CC-A32225D21E57}"/>
              </a:ext>
              <a:ext uri="{C183D7F6-B498-43B3-948B-1728B52AA6E4}">
                <adec:decorative xmlns:adec="http://schemas.microsoft.com/office/drawing/2017/decorative" val="0"/>
              </a:ext>
            </a:extLst>
          </p:cNvPr>
          <p:cNvCxnSpPr>
            <a:cxnSpLocks/>
          </p:cNvCxnSpPr>
          <p:nvPr/>
        </p:nvCxnSpPr>
        <p:spPr>
          <a:xfrm>
            <a:off x="2003461" y="1469204"/>
            <a:ext cx="5455577" cy="124580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descr="Informative graphic on Windows: File Name Extension showing: Then click “view” (4th option on upper left).&#10;&#10;&#10;&#10;&#10;Click “Details”&#10;Click  “File name extensions” so you can see the last 3 characters that show the file type.; Windows: File Name Extension." title="Windows: File Name Extension Graphic">
            <a:extLst>
              <a:ext uri="{FF2B5EF4-FFF2-40B4-BE49-F238E27FC236}">
                <a16:creationId xmlns:a16="http://schemas.microsoft.com/office/drawing/2014/main" id="{56C7D5DB-E052-48CD-EB86-A5D525DF5965}"/>
              </a:ext>
              <a:ext uri="{C183D7F6-B498-43B3-948B-1728B52AA6E4}">
                <adec:decorative xmlns:adec="http://schemas.microsoft.com/office/drawing/2017/decorative" val="0"/>
              </a:ext>
            </a:extLst>
          </p:cNvPr>
          <p:cNvCxnSpPr/>
          <p:nvPr/>
        </p:nvCxnSpPr>
        <p:spPr>
          <a:xfrm>
            <a:off x="1613043" y="3184989"/>
            <a:ext cx="2424701" cy="246579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descr="Informative graphic on Windows: File Name Extension showing: Then click “view” (4th option on upper left).&#10;&#10;&#10;&#10;&#10;Click “Details”&#10;Click  “File name extensions” so you can see the last 3 characters that show the file type.; Windows: File Name Extension." title="Windows: File Name Extension Graphic">
            <a:extLst>
              <a:ext uri="{FF2B5EF4-FFF2-40B4-BE49-F238E27FC236}">
                <a16:creationId xmlns:a16="http://schemas.microsoft.com/office/drawing/2014/main" id="{04361E63-8677-3631-8362-29C7CC51B92C}"/>
              </a:ext>
              <a:ext uri="{C183D7F6-B498-43B3-948B-1728B52AA6E4}">
                <adec:decorative xmlns:adec="http://schemas.microsoft.com/office/drawing/2017/decorative" val="0"/>
              </a:ext>
            </a:extLst>
          </p:cNvPr>
          <p:cNvCxnSpPr/>
          <p:nvPr/>
        </p:nvCxnSpPr>
        <p:spPr>
          <a:xfrm>
            <a:off x="2917861" y="3479926"/>
            <a:ext cx="4407613" cy="225485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969288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97859-BA53-EA36-7A60-6C56A9AC27B3}"/>
              </a:ext>
            </a:extLst>
          </p:cNvPr>
          <p:cNvSpPr>
            <a:spLocks noGrp="1"/>
          </p:cNvSpPr>
          <p:nvPr>
            <p:ph type="title"/>
          </p:nvPr>
        </p:nvSpPr>
        <p:spPr>
          <a:xfrm>
            <a:off x="197773" y="783759"/>
            <a:ext cx="8229600" cy="728287"/>
          </a:xfrm>
        </p:spPr>
        <p:txBody>
          <a:bodyPr/>
          <a:lstStyle/>
          <a:p>
            <a:pPr algn="l"/>
            <a:r>
              <a:rPr lang="en-US" sz="3200" dirty="0">
                <a:solidFill>
                  <a:srgbClr val="000000"/>
                </a:solidFill>
                <a:latin typeface="Arial" panose="020B0604020202020204" pitchFamily="34" charset="0"/>
              </a:rPr>
              <a:t>Ex of changing .txt file extension to .html</a:t>
            </a:r>
          </a:p>
        </p:txBody>
      </p:sp>
      <p:sp>
        <p:nvSpPr>
          <p:cNvPr id="4" name="Google Shape;169;p26">
            <a:extLst>
              <a:ext uri="{FF2B5EF4-FFF2-40B4-BE49-F238E27FC236}">
                <a16:creationId xmlns:a16="http://schemas.microsoft.com/office/drawing/2014/main" id="{6579A102-21C3-3831-A81C-8A2E136A4E96}"/>
              </a:ext>
            </a:extLst>
          </p:cNvPr>
          <p:cNvSpPr txBox="1"/>
          <p:nvPr/>
        </p:nvSpPr>
        <p:spPr>
          <a:xfrm>
            <a:off x="931025" y="233679"/>
            <a:ext cx="8212975" cy="64135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800000"/>
              </a:buClr>
              <a:buFont typeface="Arial"/>
              <a:buNone/>
            </a:pPr>
            <a:r>
              <a:rPr lang="en-US" sz="3600" b="1" dirty="0">
                <a:solidFill>
                  <a:srgbClr val="800000"/>
                </a:solidFill>
              </a:rPr>
              <a:t>Mac: Changing File Name Extension </a:t>
            </a:r>
            <a:endParaRPr lang="en-US" dirty="0"/>
          </a:p>
        </p:txBody>
      </p:sp>
      <p:pic>
        <p:nvPicPr>
          <p:cNvPr id="5" name="Picture 4" descr="Informative graphic on Ex of changing .txt file extension to .html showing: Mac: Changing File Name Extension; Two fingers on file (touch force feature) ; Unclick High extension." title="Ex of changing .txt file extension to .html Graphic">
            <a:extLst>
              <a:ext uri="{FF2B5EF4-FFF2-40B4-BE49-F238E27FC236}">
                <a16:creationId xmlns:a16="http://schemas.microsoft.com/office/drawing/2014/main" id="{B84D3B95-9577-5B06-4AD5-267A31E6C4FE}"/>
              </a:ext>
              <a:ext uri="{C183D7F6-B498-43B3-948B-1728B52AA6E4}">
                <adec:decorative xmlns:adec="http://schemas.microsoft.com/office/drawing/2017/decorative" val="0"/>
              </a:ext>
            </a:extLst>
          </p:cNvPr>
          <p:cNvPicPr>
            <a:picLocks noChangeAspect="1"/>
          </p:cNvPicPr>
          <p:nvPr/>
        </p:nvPicPr>
        <p:blipFill>
          <a:blip r:embed="rId2"/>
          <a:stretch>
            <a:fillRect/>
          </a:stretch>
        </p:blipFill>
        <p:spPr>
          <a:xfrm>
            <a:off x="398711" y="1504792"/>
            <a:ext cx="1705217" cy="2000065"/>
          </a:xfrm>
          <a:prstGeom prst="rect">
            <a:avLst/>
          </a:prstGeom>
        </p:spPr>
      </p:pic>
      <p:pic>
        <p:nvPicPr>
          <p:cNvPr id="6" name="Picture 5" descr="Informative graphic on Ex of changing .txt file extension to .html showing: Mac: Changing File Name Extension; Two fingers on file (touch force feature) ; Unclick High extension." title="Ex of changing .txt file extension to .html Graphic">
            <a:extLst>
              <a:ext uri="{FF2B5EF4-FFF2-40B4-BE49-F238E27FC236}">
                <a16:creationId xmlns:a16="http://schemas.microsoft.com/office/drawing/2014/main" id="{2C266A65-47A5-725C-09D5-49E3E6D54BC1}"/>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6806930" y="1512045"/>
            <a:ext cx="1705218" cy="2243069"/>
          </a:xfrm>
          <a:prstGeom prst="rect">
            <a:avLst/>
          </a:prstGeom>
        </p:spPr>
      </p:pic>
      <p:sp>
        <p:nvSpPr>
          <p:cNvPr id="9" name="TextBox 8">
            <a:extLst>
              <a:ext uri="{FF2B5EF4-FFF2-40B4-BE49-F238E27FC236}">
                <a16:creationId xmlns:a16="http://schemas.microsoft.com/office/drawing/2014/main" id="{AC95D600-B75E-968C-DBEE-954A63FC0AF2}"/>
              </a:ext>
            </a:extLst>
          </p:cNvPr>
          <p:cNvSpPr txBox="1"/>
          <p:nvPr/>
        </p:nvSpPr>
        <p:spPr>
          <a:xfrm>
            <a:off x="2297362" y="2255535"/>
            <a:ext cx="4509568" cy="369332"/>
          </a:xfrm>
          <a:prstGeom prst="rect">
            <a:avLst/>
          </a:prstGeom>
          <a:noFill/>
        </p:spPr>
        <p:txBody>
          <a:bodyPr wrap="none" rtlCol="0">
            <a:spAutoFit/>
          </a:bodyPr>
          <a:lstStyle/>
          <a:p>
            <a:r>
              <a:rPr lang="en-US" sz="1800" dirty="0"/>
              <a:t>Two fingers on file (touch force feature) </a:t>
            </a:r>
            <a:r>
              <a:rPr lang="en-US" sz="1800" dirty="0">
                <a:sym typeface="Wingdings" panose="05000000000000000000" pitchFamily="2" charset="2"/>
              </a:rPr>
              <a:t></a:t>
            </a:r>
            <a:endParaRPr lang="en-US" sz="1800" dirty="0"/>
          </a:p>
        </p:txBody>
      </p:sp>
      <p:sp>
        <p:nvSpPr>
          <p:cNvPr id="14" name="TextBox 13">
            <a:extLst>
              <a:ext uri="{FF2B5EF4-FFF2-40B4-BE49-F238E27FC236}">
                <a16:creationId xmlns:a16="http://schemas.microsoft.com/office/drawing/2014/main" id="{7BFE16C2-7021-FE1F-CD83-2C739B98FA9C}"/>
              </a:ext>
            </a:extLst>
          </p:cNvPr>
          <p:cNvSpPr txBox="1"/>
          <p:nvPr/>
        </p:nvSpPr>
        <p:spPr>
          <a:xfrm>
            <a:off x="501534" y="5698437"/>
            <a:ext cx="1997663" cy="307777"/>
          </a:xfrm>
          <a:prstGeom prst="rect">
            <a:avLst/>
          </a:prstGeom>
          <a:noFill/>
        </p:spPr>
        <p:txBody>
          <a:bodyPr wrap="none" rtlCol="0">
            <a:spAutoFit/>
          </a:bodyPr>
          <a:lstStyle/>
          <a:p>
            <a:r>
              <a:rPr lang="en-US" dirty="0"/>
              <a:t>Unclick High extension</a:t>
            </a:r>
          </a:p>
        </p:txBody>
      </p:sp>
      <p:pic>
        <p:nvPicPr>
          <p:cNvPr id="16" name="Picture 15" descr="Informative graphic on Ex of changing .txt file extension to .html showing: Mac: Changing File Name Extension; Two fingers on file (touch force feature) ; Unclick High extension." title="Ex of changing .txt file extension to .html Graphic">
            <a:extLst>
              <a:ext uri="{FF2B5EF4-FFF2-40B4-BE49-F238E27FC236}">
                <a16:creationId xmlns:a16="http://schemas.microsoft.com/office/drawing/2014/main" id="{F9A62A84-51A2-E1D3-6ACC-BA726A8F5EDD}"/>
              </a:ext>
              <a:ext uri="{C183D7F6-B498-43B3-948B-1728B52AA6E4}">
                <adec:decorative xmlns:adec="http://schemas.microsoft.com/office/drawing/2017/decorative" val="0"/>
              </a:ext>
            </a:extLst>
          </p:cNvPr>
          <p:cNvPicPr>
            <a:picLocks noChangeAspect="1"/>
          </p:cNvPicPr>
          <p:nvPr/>
        </p:nvPicPr>
        <p:blipFill>
          <a:blip r:embed="rId4"/>
          <a:stretch>
            <a:fillRect/>
          </a:stretch>
        </p:blipFill>
        <p:spPr>
          <a:xfrm>
            <a:off x="74101" y="4220935"/>
            <a:ext cx="2852530" cy="1466485"/>
          </a:xfrm>
          <a:prstGeom prst="rect">
            <a:avLst/>
          </a:prstGeom>
        </p:spPr>
      </p:pic>
      <p:pic>
        <p:nvPicPr>
          <p:cNvPr id="18" name="Picture 17" descr="Informative graphic on Ex of changing .txt file extension to .html showing: Mac: Changing File Name Extension; Two fingers on file (touch force feature) ; Unclick High extension." title="Ex of changing .txt file extension to .html Graphic">
            <a:extLst>
              <a:ext uri="{FF2B5EF4-FFF2-40B4-BE49-F238E27FC236}">
                <a16:creationId xmlns:a16="http://schemas.microsoft.com/office/drawing/2014/main" id="{D8AAED11-1141-AB16-E13A-185B1A19DBC9}"/>
              </a:ext>
              <a:ext uri="{C183D7F6-B498-43B3-948B-1728B52AA6E4}">
                <adec:decorative xmlns:adec="http://schemas.microsoft.com/office/drawing/2017/decorative" val="0"/>
              </a:ext>
            </a:extLst>
          </p:cNvPr>
          <p:cNvPicPr>
            <a:picLocks noChangeAspect="1"/>
          </p:cNvPicPr>
          <p:nvPr/>
        </p:nvPicPr>
        <p:blipFill>
          <a:blip r:embed="rId5"/>
          <a:stretch>
            <a:fillRect/>
          </a:stretch>
        </p:blipFill>
        <p:spPr>
          <a:xfrm>
            <a:off x="3254008" y="4211686"/>
            <a:ext cx="2963363" cy="1484982"/>
          </a:xfrm>
          <a:prstGeom prst="rect">
            <a:avLst/>
          </a:prstGeom>
        </p:spPr>
      </p:pic>
      <p:sp>
        <p:nvSpPr>
          <p:cNvPr id="25" name="TextBox 24">
            <a:extLst>
              <a:ext uri="{FF2B5EF4-FFF2-40B4-BE49-F238E27FC236}">
                <a16:creationId xmlns:a16="http://schemas.microsoft.com/office/drawing/2014/main" id="{D556EA15-570A-E32A-C447-31C2E217EFF9}"/>
              </a:ext>
              <a:ext uri="{C183D7F6-B498-43B3-948B-1728B52AA6E4}">
                <adec:decorative xmlns:adec="http://schemas.microsoft.com/office/drawing/2017/decorative" val="1"/>
              </a:ext>
            </a:extLst>
          </p:cNvPr>
          <p:cNvSpPr txBox="1"/>
          <p:nvPr/>
        </p:nvSpPr>
        <p:spPr>
          <a:xfrm>
            <a:off x="6147798" y="4723344"/>
            <a:ext cx="513282" cy="461665"/>
          </a:xfrm>
          <a:prstGeom prst="rect">
            <a:avLst/>
          </a:prstGeom>
          <a:noFill/>
        </p:spPr>
        <p:txBody>
          <a:bodyPr wrap="none" rtlCol="0">
            <a:spAutoFit/>
          </a:bodyPr>
          <a:lstStyle/>
          <a:p>
            <a:r>
              <a:rPr lang="en-US" sz="2400" dirty="0">
                <a:sym typeface="Wingdings" panose="05000000000000000000" pitchFamily="2" charset="2"/>
              </a:rPr>
              <a:t></a:t>
            </a:r>
            <a:endParaRPr lang="en-US" sz="2400" dirty="0"/>
          </a:p>
        </p:txBody>
      </p:sp>
      <p:sp>
        <p:nvSpPr>
          <p:cNvPr id="26" name="TextBox 25">
            <a:extLst>
              <a:ext uri="{FF2B5EF4-FFF2-40B4-BE49-F238E27FC236}">
                <a16:creationId xmlns:a16="http://schemas.microsoft.com/office/drawing/2014/main" id="{B32DE764-1DFC-48BB-7D95-CE2806B9803A}"/>
              </a:ext>
              <a:ext uri="{C183D7F6-B498-43B3-948B-1728B52AA6E4}">
                <adec:decorative xmlns:adec="http://schemas.microsoft.com/office/drawing/2017/decorative" val="1"/>
              </a:ext>
            </a:extLst>
          </p:cNvPr>
          <p:cNvSpPr txBox="1"/>
          <p:nvPr/>
        </p:nvSpPr>
        <p:spPr>
          <a:xfrm>
            <a:off x="2913402" y="4782654"/>
            <a:ext cx="513282" cy="461665"/>
          </a:xfrm>
          <a:prstGeom prst="rect">
            <a:avLst/>
          </a:prstGeom>
          <a:noFill/>
        </p:spPr>
        <p:txBody>
          <a:bodyPr wrap="none" rtlCol="0">
            <a:spAutoFit/>
          </a:bodyPr>
          <a:lstStyle/>
          <a:p>
            <a:r>
              <a:rPr lang="en-US" sz="2400" dirty="0">
                <a:sym typeface="Wingdings" panose="05000000000000000000" pitchFamily="2" charset="2"/>
              </a:rPr>
              <a:t></a:t>
            </a:r>
            <a:endParaRPr lang="en-US" sz="2400" dirty="0"/>
          </a:p>
        </p:txBody>
      </p:sp>
      <p:pic>
        <p:nvPicPr>
          <p:cNvPr id="27" name="officeArt object" descr="Informative graphic on Ex of changing .txt file extension to .html showing: Mac: Changing File Name Extension; Two fingers on file (touch force feature) ; Unclick High extension." title="Ex of changing .txt file extension to .html Graphic">
            <a:extLst>
              <a:ext uri="{FF2B5EF4-FFF2-40B4-BE49-F238E27FC236}">
                <a16:creationId xmlns:a16="http://schemas.microsoft.com/office/drawing/2014/main" id="{76577726-249C-8EE5-9611-523632071DF0}"/>
              </a:ext>
              <a:ext uri="{C183D7F6-B498-43B3-948B-1728B52AA6E4}">
                <adec:decorative xmlns:adec="http://schemas.microsoft.com/office/drawing/2017/decorative" val="0"/>
              </a:ext>
            </a:extLst>
          </p:cNvPr>
          <p:cNvPicPr/>
          <p:nvPr/>
        </p:nvPicPr>
        <p:blipFill>
          <a:blip r:embed="rId6"/>
          <a:stretch>
            <a:fillRect/>
          </a:stretch>
        </p:blipFill>
        <p:spPr>
          <a:xfrm>
            <a:off x="6551491" y="4233134"/>
            <a:ext cx="2443338" cy="1352944"/>
          </a:xfrm>
          <a:prstGeom prst="rect">
            <a:avLst/>
          </a:prstGeom>
          <a:ln w="12700" cap="flat">
            <a:noFill/>
            <a:miter lim="400000"/>
          </a:ln>
          <a:effectLst/>
        </p:spPr>
      </p:pic>
      <p:sp>
        <p:nvSpPr>
          <p:cNvPr id="8" name="Text Placeholder 7" descr="Informative graphic on Ex of changing .txt file extension to .html showing: Mac: Changing File Name Extension; Two fingers on file (touch force feature) ; Unclick High extension." title="Ex of changing .txt file extension to .html Graphic">
            <a:extLst>
              <a:ext uri="{FF2B5EF4-FFF2-40B4-BE49-F238E27FC236}">
                <a16:creationId xmlns:a16="http://schemas.microsoft.com/office/drawing/2014/main" id="{97D0C699-DED4-2187-461D-6FE8BE4CB34C}"/>
              </a:ext>
              <a:ext uri="{C183D7F6-B498-43B3-948B-1728B52AA6E4}">
                <adec:decorative xmlns:adec="http://schemas.microsoft.com/office/drawing/2017/decorative" val="0"/>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200446589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2" name="Title 1">
            <a:extLst>
              <a:ext uri="{FF2B5EF4-FFF2-40B4-BE49-F238E27FC236}">
                <a16:creationId xmlns:a16="http://schemas.microsoft.com/office/drawing/2014/main" id="{0C500D0B-6F3C-4D67-74A5-0372DBCDA0AC}"/>
              </a:ext>
            </a:extLst>
          </p:cNvPr>
          <p:cNvSpPr>
            <a:spLocks noGrp="1"/>
          </p:cNvSpPr>
          <p:nvPr>
            <p:ph type="title"/>
          </p:nvPr>
        </p:nvSpPr>
        <p:spPr>
          <a:xfrm>
            <a:off x="2362200" y="196312"/>
            <a:ext cx="4419600" cy="641350"/>
          </a:xfrm>
        </p:spPr>
        <p:txBody>
          <a:bodyPr/>
          <a:lstStyle/>
          <a:p>
            <a:r>
              <a:rPr lang="en-US" sz="3600" b="1" dirty="0">
                <a:solidFill>
                  <a:srgbClr val="000000"/>
                </a:solidFill>
                <a:latin typeface="Arial" panose="020B0604020202020204" pitchFamily="34" charset="0"/>
              </a:rPr>
              <a:t>Concepts: Tree</a:t>
            </a:r>
          </a:p>
        </p:txBody>
      </p:sp>
      <p:sp>
        <p:nvSpPr>
          <p:cNvPr id="79" name="Google Shape;79;p16"/>
          <p:cNvSpPr txBox="1">
            <a:spLocks noGrp="1"/>
          </p:cNvSpPr>
          <p:nvPr>
            <p:ph type="body" idx="1"/>
          </p:nvPr>
        </p:nvSpPr>
        <p:spPr>
          <a:xfrm>
            <a:off x="685800" y="1219200"/>
            <a:ext cx="7772400" cy="3886200"/>
          </a:xfrm>
          <a:prstGeom prst="rect">
            <a:avLst/>
          </a:prstGeom>
          <a:noFill/>
          <a:ln>
            <a:noFill/>
          </a:ln>
        </p:spPr>
        <p:txBody>
          <a:bodyPr spcFirstLastPara="1" wrap="square" lIns="91425" tIns="45700" rIns="91425" bIns="45700" anchor="t" anchorCtr="0">
            <a:noAutofit/>
          </a:bodyPr>
          <a:lstStyle/>
          <a:p>
            <a:pPr marL="342900" lvl="0" indent="-342900">
              <a:spcBef>
                <a:spcPts val="0"/>
              </a:spcBef>
              <a:buSzPts val="2800"/>
            </a:pPr>
            <a:r>
              <a:rPr lang="en-US" sz="2800"/>
              <a:t>Wikimedia Commons Resource search for below in the order given</a:t>
            </a:r>
          </a:p>
          <a:p>
            <a:pPr marL="342900" lvl="0" indent="-342900">
              <a:spcBef>
                <a:spcPts val="0"/>
              </a:spcBef>
              <a:buSzPts val="2800"/>
            </a:pPr>
            <a:r>
              <a:rPr lang="en-US" sz="2800"/>
              <a:t>tree</a:t>
            </a:r>
          </a:p>
          <a:p>
            <a:pPr marL="342900" lvl="0" indent="-342900">
              <a:spcBef>
                <a:spcPts val="0"/>
              </a:spcBef>
              <a:buSzPts val="2800"/>
            </a:pPr>
            <a:r>
              <a:rPr lang="en-US" sz="2800"/>
              <a:t>tree diagram	</a:t>
            </a:r>
          </a:p>
          <a:p>
            <a:pPr marL="342900" lvl="0" indent="-342900">
              <a:spcBef>
                <a:spcPts val="0"/>
              </a:spcBef>
              <a:buSzPts val="2800"/>
            </a:pPr>
            <a:r>
              <a:rPr lang="en-US" sz="2800"/>
              <a:t>family tree</a:t>
            </a:r>
          </a:p>
          <a:p>
            <a:pPr marL="342900" lvl="0" indent="-342900">
              <a:spcBef>
                <a:spcPts val="0"/>
              </a:spcBef>
              <a:buSzPts val="2800"/>
            </a:pPr>
            <a:r>
              <a:rPr lang="en-US" sz="2800"/>
              <a:t>software algorithm tree</a:t>
            </a:r>
          </a:p>
          <a:p>
            <a:pPr marL="342900" lvl="0" indent="-342900">
              <a:spcBef>
                <a:spcPts val="0"/>
              </a:spcBef>
              <a:buSzPts val="2800"/>
            </a:pPr>
            <a:endParaRPr lang="en-US" sz="2800"/>
          </a:p>
          <a:p>
            <a:pPr marL="342900" lvl="0" indent="-342900">
              <a:spcBef>
                <a:spcPts val="0"/>
              </a:spcBef>
              <a:buSzPts val="2800"/>
            </a:pPr>
            <a:r>
              <a:rPr lang="en-US" sz="2800"/>
              <a:t>Using a ‘tree’ to visualize levels of “abstraction,” from real-life to its information representation</a:t>
            </a:r>
            <a:endParaRPr lang="en-US" sz="2400" dirty="0"/>
          </a:p>
        </p:txBody>
      </p:sp>
    </p:spTree>
    <p:extLst>
      <p:ext uri="{BB962C8B-B14F-4D97-AF65-F5344CB8AC3E}">
        <p14:creationId xmlns:p14="http://schemas.microsoft.com/office/powerpoint/2010/main" val="172668419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DD923-20C0-EE08-FFDB-428F8C3949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BDD504-4373-FEE5-0822-8B35588B524C}"/>
              </a:ext>
            </a:extLst>
          </p:cNvPr>
          <p:cNvSpPr>
            <a:spLocks noGrp="1"/>
          </p:cNvSpPr>
          <p:nvPr>
            <p:ph type="title"/>
          </p:nvPr>
        </p:nvSpPr>
        <p:spPr>
          <a:xfrm>
            <a:off x="2014420" y="0"/>
            <a:ext cx="5424406" cy="837662"/>
          </a:xfrm>
        </p:spPr>
        <p:txBody>
          <a:bodyPr/>
          <a:lstStyle/>
          <a:p>
            <a:r>
              <a:rPr lang="en-US" sz="3600" b="1" dirty="0">
                <a:solidFill>
                  <a:srgbClr val="000000"/>
                </a:solidFill>
                <a:latin typeface="Arial" panose="020B0604020202020204" pitchFamily="34" charset="0"/>
              </a:rPr>
              <a:t>We Did It, So Can You!</a:t>
            </a:r>
            <a:br>
              <a:rPr lang="en-US" sz="3600" b="1" dirty="0">
                <a:solidFill>
                  <a:srgbClr val="000000"/>
                </a:solidFill>
                <a:latin typeface="Arial" panose="020B0604020202020204" pitchFamily="34" charset="0"/>
              </a:rPr>
            </a:br>
            <a:r>
              <a:rPr lang="en-US" sz="3600" b="1" dirty="0">
                <a:solidFill>
                  <a:srgbClr val="000000"/>
                </a:solidFill>
                <a:latin typeface="Arial" panose="020B0604020202020204" pitchFamily="34" charset="0"/>
              </a:rPr>
              <a:t>Mercer County Community College Experience Readout</a:t>
            </a:r>
            <a:br>
              <a:rPr lang="en-US" sz="3600" b="1" dirty="0">
                <a:solidFill>
                  <a:srgbClr val="000000"/>
                </a:solidFill>
                <a:latin typeface="Arial" panose="020B0604020202020204" pitchFamily="34" charset="0"/>
              </a:rPr>
            </a:br>
            <a:endParaRPr lang="en-US" sz="3600" b="1" dirty="0">
              <a:solidFill>
                <a:srgbClr val="000000"/>
              </a:solidFill>
              <a:latin typeface="Arial" panose="020B0604020202020204" pitchFamily="34" charset="0"/>
            </a:endParaRPr>
          </a:p>
        </p:txBody>
      </p:sp>
      <p:sp>
        <p:nvSpPr>
          <p:cNvPr id="3" name="Text Placeholder 2">
            <a:extLst>
              <a:ext uri="{FF2B5EF4-FFF2-40B4-BE49-F238E27FC236}">
                <a16:creationId xmlns:a16="http://schemas.microsoft.com/office/drawing/2014/main" id="{181A0DB8-5C85-96F9-D054-0A01BDDA0F65}"/>
              </a:ext>
            </a:extLst>
          </p:cNvPr>
          <p:cNvSpPr>
            <a:spLocks noGrp="1"/>
          </p:cNvSpPr>
          <p:nvPr>
            <p:ph type="body" idx="1"/>
          </p:nvPr>
        </p:nvSpPr>
        <p:spPr>
          <a:xfrm>
            <a:off x="207605" y="890827"/>
            <a:ext cx="8728790" cy="4525962"/>
          </a:xfrm>
        </p:spPr>
        <p:txBody>
          <a:bodyPr/>
          <a:lstStyle/>
          <a:p>
            <a:r>
              <a:rPr lang="en-US" sz="2000" dirty="0"/>
              <a:t>What</a:t>
            </a:r>
          </a:p>
          <a:p>
            <a:pPr lvl="1"/>
            <a:r>
              <a:rPr lang="en-US" sz="2000" dirty="0"/>
              <a:t>VRS+AI Based Training Content Creation on Advanced Device Packaging (ADP)</a:t>
            </a:r>
          </a:p>
          <a:p>
            <a:r>
              <a:rPr lang="en-US" sz="2000" dirty="0"/>
              <a:t>How</a:t>
            </a:r>
          </a:p>
          <a:p>
            <a:pPr lvl="1"/>
            <a:r>
              <a:rPr lang="en-US" sz="2000" dirty="0"/>
              <a:t>2+4yr Institution, Bi-Coastal Collaboration</a:t>
            </a:r>
          </a:p>
          <a:p>
            <a:pPr lvl="1"/>
            <a:r>
              <a:rPr lang="en-US" sz="2000" dirty="0"/>
              <a:t>Interdisciplinary R&amp;D Team, incl game developers</a:t>
            </a:r>
          </a:p>
          <a:p>
            <a:pPr lvl="1"/>
            <a:r>
              <a:rPr lang="en-US" sz="2000" dirty="0"/>
              <a:t>End-to-End: Domain knowledge, demo capture</a:t>
            </a:r>
            <a:r>
              <a:rPr lang="en-US" sz="2000" dirty="0">
                <a:sym typeface="Wingdings" panose="05000000000000000000" pitchFamily="2" charset="2"/>
              </a:rPr>
              <a:t>3D asset creation  Story Board  Animation &amp; Interaction  AI Prompt &amp; Agent(s)  Real-Time 360⁰ Learning Outcome Feedback </a:t>
            </a:r>
          </a:p>
          <a:p>
            <a:pPr lvl="1"/>
            <a:r>
              <a:rPr lang="en-US" sz="2000" dirty="0">
                <a:sym typeface="Wingdings" panose="05000000000000000000" pitchFamily="2" charset="2"/>
              </a:rPr>
              <a:t>6 CC students with full course load,  in 6 months.</a:t>
            </a:r>
          </a:p>
          <a:p>
            <a:r>
              <a:rPr lang="en-US" sz="2000" dirty="0">
                <a:sym typeface="Wingdings" panose="05000000000000000000" pitchFamily="2" charset="2"/>
              </a:rPr>
              <a:t>Next?</a:t>
            </a:r>
          </a:p>
          <a:p>
            <a:pPr lvl="1"/>
            <a:r>
              <a:rPr lang="en-US" sz="2000" dirty="0">
                <a:sym typeface="Wingdings" panose="05000000000000000000" pitchFamily="2" charset="2"/>
              </a:rPr>
              <a:t>Join us to build US national competency in VRS training content creation</a:t>
            </a:r>
          </a:p>
          <a:p>
            <a:pPr lvl="1"/>
            <a:r>
              <a:rPr lang="en-US" sz="2000" dirty="0">
                <a:sym typeface="Wingdings" panose="05000000000000000000" pitchFamily="2" charset="2"/>
              </a:rPr>
              <a:t>Open-source 3D model assets, Unity/</a:t>
            </a:r>
            <a:r>
              <a:rPr lang="en-US" sz="2000" dirty="0" err="1">
                <a:sym typeface="Wingdings" panose="05000000000000000000" pitchFamily="2" charset="2"/>
              </a:rPr>
              <a:t>SimInsight</a:t>
            </a:r>
            <a:r>
              <a:rPr lang="en-US" sz="2000" dirty="0">
                <a:sym typeface="Wingdings" panose="05000000000000000000" pitchFamily="2" charset="2"/>
              </a:rPr>
              <a:t> re-usable modules, AI-Vision capabilities</a:t>
            </a:r>
            <a:endParaRPr lang="en-US" sz="2000" dirty="0"/>
          </a:p>
        </p:txBody>
      </p:sp>
    </p:spTree>
    <p:extLst>
      <p:ext uri="{BB962C8B-B14F-4D97-AF65-F5344CB8AC3E}">
        <p14:creationId xmlns:p14="http://schemas.microsoft.com/office/powerpoint/2010/main" val="84233964"/>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1147</TotalTime>
  <Words>4627</Words>
  <Application>Microsoft Office PowerPoint</Application>
  <PresentationFormat>On-screen Show (4:3)</PresentationFormat>
  <Paragraphs>569</Paragraphs>
  <Slides>64</Slides>
  <Notes>47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64</vt:i4>
      </vt:variant>
    </vt:vector>
  </HeadingPairs>
  <TitlesOfParts>
    <vt:vector size="74" baseType="lpstr">
      <vt:lpstr>Arial</vt:lpstr>
      <vt:lpstr>Arial Narrow</vt:lpstr>
      <vt:lpstr>Calibri</vt:lpstr>
      <vt:lpstr>Courier New</vt:lpstr>
      <vt:lpstr>Tahoma</vt:lpstr>
      <vt:lpstr>Times New Roman</vt:lpstr>
      <vt:lpstr>Times-Italic</vt:lpstr>
      <vt:lpstr>Times-Roman</vt:lpstr>
      <vt:lpstr>Wingdings</vt:lpstr>
      <vt:lpstr>Default Design</vt:lpstr>
      <vt:lpstr>We Live in the VUCA World</vt:lpstr>
      <vt:lpstr>Course Outline (1 of 2)</vt:lpstr>
      <vt:lpstr>Bader, David M. (Harmony Books, 2002)...</vt:lpstr>
      <vt:lpstr>Outline</vt:lpstr>
      <vt:lpstr>Hello and Welcome! (1 of 4)</vt:lpstr>
      <vt:lpstr>Hello and Welcome! (2 of 4)</vt:lpstr>
      <vt:lpstr>Hello and Welcome! (3 of 4)</vt:lpstr>
      <vt:lpstr>Hello and Welcome! (4 of 4)</vt:lpstr>
      <vt:lpstr>With an End Goal in Mind &amp; …</vt:lpstr>
      <vt:lpstr>About Computer Screens </vt:lpstr>
      <vt:lpstr>The Syllabus A Must Read Incl....</vt:lpstr>
      <vt:lpstr>Getting Started</vt:lpstr>
      <vt:lpstr>Best Current Practice (BCP) (1 of 2)</vt:lpstr>
      <vt:lpstr>A “Tree”</vt:lpstr>
      <vt:lpstr>Best Current Practice (BCP) (2 of 2)</vt:lpstr>
      <vt:lpstr>Java/C++  C#  Quora Discussion</vt:lpstr>
      <vt:lpstr>A “bug” is an error, fault or flaw in a code, a program. So, must ‘debug’ it</vt:lpstr>
      <vt:lpstr>Introduction to Alice</vt:lpstr>
      <vt:lpstr>2D vs. 3D</vt:lpstr>
      <vt:lpstr>2D vs. 3D with Animation </vt:lpstr>
      <vt:lpstr>Csai Web Resource Muscle: you can rotate the object </vt:lpstr>
      <vt:lpstr>Course Outline (2 of 2)</vt:lpstr>
      <vt:lpstr>Learning Order</vt:lpstr>
      <vt:lpstr>Getting Started (Part 1 )</vt:lpstr>
      <vt:lpstr>World 1</vt:lpstr>
      <vt:lpstr>The Alice’s Tool-Human Interface</vt:lpstr>
      <vt:lpstr>The Alice Interface</vt:lpstr>
      <vt:lpstr>World 2</vt:lpstr>
      <vt:lpstr>World 3: Create a New World</vt:lpstr>
      <vt:lpstr>Demo: Add Objects</vt:lpstr>
      <vt:lpstr>The Alice Interface – Add Object</vt:lpstr>
      <vt:lpstr>Topic Overview (Slide 32)</vt:lpstr>
      <vt:lpstr>Class and Objects</vt:lpstr>
      <vt:lpstr>3D Object Dimensions</vt:lpstr>
      <vt:lpstr>Center of an Object</vt:lpstr>
      <vt:lpstr>Know Thy Bonding Box</vt:lpstr>
      <vt:lpstr>Techniques and Tools</vt:lpstr>
      <vt:lpstr>Camera Control/Navigation</vt:lpstr>
      <vt:lpstr>Getting Started (Part 2) Using Popup Menu to Create an Initial Scene</vt:lpstr>
      <vt:lpstr>Saving a World (file)</vt:lpstr>
      <vt:lpstr>Topic Overview (Slide 41)</vt:lpstr>
      <vt:lpstr>Terms &amp; Concepts: Object vs. Class</vt:lpstr>
      <vt:lpstr>Object vs. Class</vt:lpstr>
      <vt:lpstr>Methods and Properties (Attributes)</vt:lpstr>
      <vt:lpstr>Object-Oriented Programming: Class and Objects</vt:lpstr>
      <vt:lpstr>Terms, Definitions, Concepts</vt:lpstr>
      <vt:lpstr>Summary</vt:lpstr>
      <vt:lpstr>Practice Test</vt:lpstr>
      <vt:lpstr>Labs &amp; Assignments</vt:lpstr>
      <vt:lpstr>HW Description </vt:lpstr>
      <vt:lpstr>Alice2 Usage Tips</vt:lpstr>
      <vt:lpstr>“Flip Class” Topic Research and Discuss...</vt:lpstr>
      <vt:lpstr>Points to Ponder</vt:lpstr>
      <vt:lpstr>Notebooklm Web Resource Microsoft Co-Pilot </vt:lpstr>
      <vt:lpstr>Supplemental Slides</vt:lpstr>
      <vt:lpstr>Terms: Flow Chart</vt:lpstr>
      <vt:lpstr>Terms: Process</vt:lpstr>
      <vt:lpstr>If New to Your PC…</vt:lpstr>
      <vt:lpstr>How to Pin and Unpin a Folder</vt:lpstr>
      <vt:lpstr>Windows PC File Management</vt:lpstr>
      <vt:lpstr>Windows: File Name Extension </vt:lpstr>
      <vt:lpstr>Ex of changing .txt file extension to .html</vt:lpstr>
      <vt:lpstr>Concepts: Tree</vt:lpstr>
      <vt:lpstr>We Did It, So Can You! Mercer County Community College Experience Readout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 Live in the VUCA World</dc:title>
  <dc:creator>Loaner</dc:creator>
  <cp:lastModifiedBy>surendra babu</cp:lastModifiedBy>
  <cp:revision>148</cp:revision>
  <dcterms:modified xsi:type="dcterms:W3CDTF">2026-10-15T17:20:38Z</dcterms:modified>
</cp:coreProperties>
</file>